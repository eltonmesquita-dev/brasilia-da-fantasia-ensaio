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2191695" cy="4892040"/>
          </a:xfrm>
          <a:prstGeom prst="rect">
            <a:avLst/>
          </a:prstGeom>
          <a:solidFill>
            <a:srgbClr val="14161B"/>
          </a:solidFill>
          <a:ln/>
        </p:spPr>
      </p:sp>
      <p:sp>
        <p:nvSpPr>
          <p:cNvPr id="3" name="Shape 1"/>
          <p:cNvSpPr/>
          <p:nvPr/>
        </p:nvSpPr>
        <p:spPr>
          <a:xfrm>
            <a:off x="320040" y="320040"/>
            <a:ext cx="11551615" cy="4343400"/>
          </a:xfrm>
          <a:prstGeom prst="rect">
            <a:avLst/>
          </a:prstGeom>
          <a:ln w="9525">
            <a:solidFill>
              <a:srgbClr val="C9A24A">
                <a:alpha val="70000"/>
              </a:srgbClr>
            </a:solidFill>
            <a:prstDash val="solid"/>
          </a:ln>
        </p:spPr>
      </p:sp>
      <p:sp>
        <p:nvSpPr>
          <p:cNvPr id="4" name="Text 2"/>
          <p:cNvSpPr/>
          <p:nvPr/>
        </p:nvSpPr>
        <p:spPr>
          <a:xfrm>
            <a:off x="6400800" y="548640"/>
            <a:ext cx="5212080" cy="274320"/>
          </a:xfrm>
          <a:prstGeom prst="rect">
            <a:avLst/>
          </a:prstGeom>
          <a:noFill/>
          <a:ln/>
        </p:spPr>
        <p:txBody>
          <a:bodyPr wrap="square" lIns="0" tIns="0" rIns="0" bIns="0" rtlCol="0" anchor="ctr"/>
          <a:lstStyle/>
          <a:p>
            <a:pPr algn="r" indent="0" marL="0">
              <a:buNone/>
            </a:pPr>
            <a:r>
              <a:rPr lang="en-US" sz="1000" spc="300" kern="0" dirty="0">
                <a:solidFill>
                  <a:srgbClr val="9A958A"/>
                </a:solidFill>
                <a:latin typeface="IBM Plex Mono" pitchFamily="34" charset="0"/>
                <a:ea typeface="IBM Plex Mono" pitchFamily="34" charset="-122"/>
                <a:cs typeface="IBM Plex Mono" pitchFamily="34" charset="-120"/>
              </a:rPr>
              <a:t>[ LOREM IPSUM · IMAGO PRINCIPALIS ]</a:t>
            </a:r>
            <a:endParaRPr lang="en-US" sz="1000" dirty="0"/>
          </a:p>
        </p:txBody>
      </p:sp>
      <p:sp>
        <p:nvSpPr>
          <p:cNvPr id="5" name="Text 3"/>
          <p:cNvSpPr/>
          <p:nvPr/>
        </p:nvSpPr>
        <p:spPr>
          <a:xfrm>
            <a:off x="822960" y="1828800"/>
            <a:ext cx="4206240" cy="329184"/>
          </a:xfrm>
          <a:prstGeom prst="rect">
            <a:avLst/>
          </a:prstGeom>
          <a:solidFill>
            <a:srgbClr val="D9C9A3"/>
          </a:solidFill>
          <a:ln w="9525">
            <a:solidFill>
              <a:srgbClr val="B9A77F"/>
            </a:solidFill>
          </a:ln>
        </p:spPr>
        <p:txBody>
          <a:bodyPr wrap="square" lIns="0" tIns="0" rIns="0" bIns="0" rtlCol="0" anchor="ctr"/>
          <a:lstStyle/>
          <a:p>
            <a:pPr algn="ctr" indent="0" marL="0">
              <a:buNone/>
            </a:pPr>
            <a:r>
              <a:rPr lang="en-US" sz="1000" b="1" spc="300" kern="0" dirty="0">
                <a:solidFill>
                  <a:srgbClr val="0C0D10"/>
                </a:solidFill>
                <a:latin typeface="IBM Plex Mono" pitchFamily="34" charset="0"/>
                <a:ea typeface="IBM Plex Mono" pitchFamily="34" charset="-122"/>
                <a:cs typeface="IBM Plex Mono" pitchFamily="34" charset="-120"/>
              </a:rPr>
              <a:t>LOREM IPSUM · DOLOR SIT · AMET</a:t>
            </a:r>
            <a:endParaRPr lang="en-US" sz="1000" dirty="0"/>
          </a:p>
        </p:txBody>
      </p:sp>
      <p:sp>
        <p:nvSpPr>
          <p:cNvPr id="6" name="Text 4"/>
          <p:cNvSpPr/>
          <p:nvPr/>
        </p:nvSpPr>
        <p:spPr>
          <a:xfrm>
            <a:off x="777240" y="2240280"/>
            <a:ext cx="10058400" cy="1280160"/>
          </a:xfrm>
          <a:prstGeom prst="rect">
            <a:avLst/>
          </a:prstGeom>
          <a:noFill/>
          <a:ln/>
        </p:spPr>
        <p:txBody>
          <a:bodyPr wrap="square" lIns="0" tIns="0" rIns="0" bIns="0" rtlCol="0" anchor="t"/>
          <a:lstStyle/>
          <a:p>
            <a:pPr indent="0" marL="0">
              <a:buNone/>
            </a:pPr>
            <a:r>
              <a:rPr lang="en-US" sz="6600" b="1" dirty="0">
                <a:solidFill>
                  <a:srgbClr val="ECE8DF"/>
                </a:solidFill>
                <a:latin typeface="Cormorant Garamond" pitchFamily="34" charset="0"/>
                <a:ea typeface="Cormorant Garamond" pitchFamily="34" charset="-122"/>
                <a:cs typeface="Cormorant Garamond" pitchFamily="34" charset="-120"/>
              </a:rPr>
              <a:t>Lorem ipsum </a:t>
            </a:r>
            <a:pPr indent="0" marL="0">
              <a:buNone/>
            </a:pPr>
            <a:r>
              <a:rPr lang="en-US" sz="6600" b="1" i="1" dirty="0">
                <a:solidFill>
                  <a:srgbClr val="E6C97A"/>
                </a:solidFill>
                <a:latin typeface="Cormorant Garamond" pitchFamily="34" charset="0"/>
                <a:ea typeface="Cormorant Garamond" pitchFamily="34" charset="-122"/>
                <a:cs typeface="Cormorant Garamond" pitchFamily="34" charset="-120"/>
              </a:rPr>
              <a:t>dolor sit?</a:t>
            </a:r>
            <a:endParaRPr lang="en-US" sz="6600" dirty="0"/>
          </a:p>
        </p:txBody>
      </p:sp>
      <p:sp>
        <p:nvSpPr>
          <p:cNvPr id="7" name="Text 5"/>
          <p:cNvSpPr/>
          <p:nvPr/>
        </p:nvSpPr>
        <p:spPr>
          <a:xfrm>
            <a:off x="822960" y="3611880"/>
            <a:ext cx="8229600" cy="731520"/>
          </a:xfrm>
          <a:prstGeom prst="rect">
            <a:avLst/>
          </a:prstGeom>
          <a:noFill/>
          <a:ln/>
        </p:spPr>
        <p:txBody>
          <a:bodyPr wrap="square" lIns="0" tIns="0" rIns="0" bIns="0" rtlCol="0" anchor="t"/>
          <a:lstStyle/>
          <a:p>
            <a:pPr indent="0" marL="0">
              <a:buNone/>
            </a:pPr>
            <a:r>
              <a:rPr lang="en-US" sz="2000" dirty="0">
                <a:solidFill>
                  <a:srgbClr val="CFC8B8"/>
                </a:solidFill>
                <a:latin typeface="Source Serif 4" pitchFamily="34" charset="0"/>
                <a:ea typeface="Source Serif 4" pitchFamily="34" charset="-122"/>
                <a:cs typeface="Source Serif 4" pitchFamily="34" charset="-120"/>
              </a:rPr>
              <a:t>Consectetur adipiscing elit, sed do eiusmod tempor incididunt ut labore</a:t>
            </a:r>
            <a:endParaRPr lang="en-US" sz="2000" dirty="0"/>
          </a:p>
        </p:txBody>
      </p:sp>
      <p:sp>
        <p:nvSpPr>
          <p:cNvPr id="8" name="Shape 6"/>
          <p:cNvSpPr/>
          <p:nvPr/>
        </p:nvSpPr>
        <p:spPr>
          <a:xfrm>
            <a:off x="0" y="4892040"/>
            <a:ext cx="12191695" cy="64008"/>
          </a:xfrm>
          <a:prstGeom prst="rect">
            <a:avLst/>
          </a:prstGeom>
          <a:solidFill>
            <a:srgbClr val="D9C9A3"/>
          </a:solidFill>
          <a:ln/>
        </p:spPr>
      </p:sp>
      <p:sp>
        <p:nvSpPr>
          <p:cNvPr id="9" name="Shape 7"/>
          <p:cNvSpPr/>
          <p:nvPr/>
        </p:nvSpPr>
        <p:spPr>
          <a:xfrm>
            <a:off x="329184" y="4892040"/>
            <a:ext cx="22860" cy="64008"/>
          </a:xfrm>
          <a:prstGeom prst="rect">
            <a:avLst/>
          </a:prstGeom>
          <a:solidFill>
            <a:srgbClr val="B9A77F"/>
          </a:solidFill>
          <a:ln/>
        </p:spPr>
      </p:sp>
      <p:sp>
        <p:nvSpPr>
          <p:cNvPr id="10" name="Shape 8"/>
          <p:cNvSpPr/>
          <p:nvPr/>
        </p:nvSpPr>
        <p:spPr>
          <a:xfrm>
            <a:off x="676656" y="4892040"/>
            <a:ext cx="22860" cy="64008"/>
          </a:xfrm>
          <a:prstGeom prst="rect">
            <a:avLst/>
          </a:prstGeom>
          <a:solidFill>
            <a:srgbClr val="B9A77F"/>
          </a:solidFill>
          <a:ln/>
        </p:spPr>
      </p:sp>
      <p:sp>
        <p:nvSpPr>
          <p:cNvPr id="11" name="Shape 9"/>
          <p:cNvSpPr/>
          <p:nvPr/>
        </p:nvSpPr>
        <p:spPr>
          <a:xfrm>
            <a:off x="1024128" y="4892040"/>
            <a:ext cx="22860" cy="64008"/>
          </a:xfrm>
          <a:prstGeom prst="rect">
            <a:avLst/>
          </a:prstGeom>
          <a:solidFill>
            <a:srgbClr val="B9A77F"/>
          </a:solidFill>
          <a:ln/>
        </p:spPr>
      </p:sp>
      <p:sp>
        <p:nvSpPr>
          <p:cNvPr id="12" name="Shape 10"/>
          <p:cNvSpPr/>
          <p:nvPr/>
        </p:nvSpPr>
        <p:spPr>
          <a:xfrm>
            <a:off x="1371600" y="4892040"/>
            <a:ext cx="22860" cy="64008"/>
          </a:xfrm>
          <a:prstGeom prst="rect">
            <a:avLst/>
          </a:prstGeom>
          <a:solidFill>
            <a:srgbClr val="B9A77F"/>
          </a:solidFill>
          <a:ln/>
        </p:spPr>
      </p:sp>
      <p:sp>
        <p:nvSpPr>
          <p:cNvPr id="13" name="Shape 11"/>
          <p:cNvSpPr/>
          <p:nvPr/>
        </p:nvSpPr>
        <p:spPr>
          <a:xfrm>
            <a:off x="1719072" y="4892040"/>
            <a:ext cx="22860" cy="64008"/>
          </a:xfrm>
          <a:prstGeom prst="rect">
            <a:avLst/>
          </a:prstGeom>
          <a:solidFill>
            <a:srgbClr val="B9A77F"/>
          </a:solidFill>
          <a:ln/>
        </p:spPr>
      </p:sp>
      <p:sp>
        <p:nvSpPr>
          <p:cNvPr id="14" name="Shape 12"/>
          <p:cNvSpPr/>
          <p:nvPr/>
        </p:nvSpPr>
        <p:spPr>
          <a:xfrm>
            <a:off x="2066544" y="4892040"/>
            <a:ext cx="22860" cy="64008"/>
          </a:xfrm>
          <a:prstGeom prst="rect">
            <a:avLst/>
          </a:prstGeom>
          <a:solidFill>
            <a:srgbClr val="B9A77F"/>
          </a:solidFill>
          <a:ln/>
        </p:spPr>
      </p:sp>
      <p:sp>
        <p:nvSpPr>
          <p:cNvPr id="15" name="Shape 13"/>
          <p:cNvSpPr/>
          <p:nvPr/>
        </p:nvSpPr>
        <p:spPr>
          <a:xfrm>
            <a:off x="2414016" y="4892040"/>
            <a:ext cx="22860" cy="64008"/>
          </a:xfrm>
          <a:prstGeom prst="rect">
            <a:avLst/>
          </a:prstGeom>
          <a:solidFill>
            <a:srgbClr val="B9A77F"/>
          </a:solidFill>
          <a:ln/>
        </p:spPr>
      </p:sp>
      <p:sp>
        <p:nvSpPr>
          <p:cNvPr id="16" name="Shape 14"/>
          <p:cNvSpPr/>
          <p:nvPr/>
        </p:nvSpPr>
        <p:spPr>
          <a:xfrm>
            <a:off x="2761488" y="4892040"/>
            <a:ext cx="22860" cy="64008"/>
          </a:xfrm>
          <a:prstGeom prst="rect">
            <a:avLst/>
          </a:prstGeom>
          <a:solidFill>
            <a:srgbClr val="B9A77F"/>
          </a:solidFill>
          <a:ln/>
        </p:spPr>
      </p:sp>
      <p:sp>
        <p:nvSpPr>
          <p:cNvPr id="17" name="Shape 15"/>
          <p:cNvSpPr/>
          <p:nvPr/>
        </p:nvSpPr>
        <p:spPr>
          <a:xfrm>
            <a:off x="3108960" y="4892040"/>
            <a:ext cx="22860" cy="64008"/>
          </a:xfrm>
          <a:prstGeom prst="rect">
            <a:avLst/>
          </a:prstGeom>
          <a:solidFill>
            <a:srgbClr val="B9A77F"/>
          </a:solidFill>
          <a:ln/>
        </p:spPr>
      </p:sp>
      <p:sp>
        <p:nvSpPr>
          <p:cNvPr id="18" name="Shape 16"/>
          <p:cNvSpPr/>
          <p:nvPr/>
        </p:nvSpPr>
        <p:spPr>
          <a:xfrm>
            <a:off x="3456432" y="4892040"/>
            <a:ext cx="22860" cy="64008"/>
          </a:xfrm>
          <a:prstGeom prst="rect">
            <a:avLst/>
          </a:prstGeom>
          <a:solidFill>
            <a:srgbClr val="B9A77F"/>
          </a:solidFill>
          <a:ln/>
        </p:spPr>
      </p:sp>
      <p:sp>
        <p:nvSpPr>
          <p:cNvPr id="19" name="Shape 17"/>
          <p:cNvSpPr/>
          <p:nvPr/>
        </p:nvSpPr>
        <p:spPr>
          <a:xfrm>
            <a:off x="3803904" y="4892040"/>
            <a:ext cx="22860" cy="64008"/>
          </a:xfrm>
          <a:prstGeom prst="rect">
            <a:avLst/>
          </a:prstGeom>
          <a:solidFill>
            <a:srgbClr val="B9A77F"/>
          </a:solidFill>
          <a:ln/>
        </p:spPr>
      </p:sp>
      <p:sp>
        <p:nvSpPr>
          <p:cNvPr id="20" name="Shape 18"/>
          <p:cNvSpPr/>
          <p:nvPr/>
        </p:nvSpPr>
        <p:spPr>
          <a:xfrm>
            <a:off x="4151376" y="4892040"/>
            <a:ext cx="22860" cy="64008"/>
          </a:xfrm>
          <a:prstGeom prst="rect">
            <a:avLst/>
          </a:prstGeom>
          <a:solidFill>
            <a:srgbClr val="B9A77F"/>
          </a:solidFill>
          <a:ln/>
        </p:spPr>
      </p:sp>
      <p:sp>
        <p:nvSpPr>
          <p:cNvPr id="21" name="Shape 19"/>
          <p:cNvSpPr/>
          <p:nvPr/>
        </p:nvSpPr>
        <p:spPr>
          <a:xfrm>
            <a:off x="4498848" y="4892040"/>
            <a:ext cx="22860" cy="64008"/>
          </a:xfrm>
          <a:prstGeom prst="rect">
            <a:avLst/>
          </a:prstGeom>
          <a:solidFill>
            <a:srgbClr val="B9A77F"/>
          </a:solidFill>
          <a:ln/>
        </p:spPr>
      </p:sp>
      <p:sp>
        <p:nvSpPr>
          <p:cNvPr id="22" name="Shape 20"/>
          <p:cNvSpPr/>
          <p:nvPr/>
        </p:nvSpPr>
        <p:spPr>
          <a:xfrm>
            <a:off x="4846320" y="4892040"/>
            <a:ext cx="22860" cy="64008"/>
          </a:xfrm>
          <a:prstGeom prst="rect">
            <a:avLst/>
          </a:prstGeom>
          <a:solidFill>
            <a:srgbClr val="B9A77F"/>
          </a:solidFill>
          <a:ln/>
        </p:spPr>
      </p:sp>
      <p:sp>
        <p:nvSpPr>
          <p:cNvPr id="23" name="Shape 21"/>
          <p:cNvSpPr/>
          <p:nvPr/>
        </p:nvSpPr>
        <p:spPr>
          <a:xfrm>
            <a:off x="5193792" y="4892040"/>
            <a:ext cx="22860" cy="64008"/>
          </a:xfrm>
          <a:prstGeom prst="rect">
            <a:avLst/>
          </a:prstGeom>
          <a:solidFill>
            <a:srgbClr val="B9A77F"/>
          </a:solidFill>
          <a:ln/>
        </p:spPr>
      </p:sp>
      <p:sp>
        <p:nvSpPr>
          <p:cNvPr id="24" name="Shape 22"/>
          <p:cNvSpPr/>
          <p:nvPr/>
        </p:nvSpPr>
        <p:spPr>
          <a:xfrm>
            <a:off x="5541264" y="4892040"/>
            <a:ext cx="22860" cy="64008"/>
          </a:xfrm>
          <a:prstGeom prst="rect">
            <a:avLst/>
          </a:prstGeom>
          <a:solidFill>
            <a:srgbClr val="B9A77F"/>
          </a:solidFill>
          <a:ln/>
        </p:spPr>
      </p:sp>
      <p:sp>
        <p:nvSpPr>
          <p:cNvPr id="25" name="Shape 23"/>
          <p:cNvSpPr/>
          <p:nvPr/>
        </p:nvSpPr>
        <p:spPr>
          <a:xfrm>
            <a:off x="5888736" y="4892040"/>
            <a:ext cx="22860" cy="64008"/>
          </a:xfrm>
          <a:prstGeom prst="rect">
            <a:avLst/>
          </a:prstGeom>
          <a:solidFill>
            <a:srgbClr val="B9A77F"/>
          </a:solidFill>
          <a:ln/>
        </p:spPr>
      </p:sp>
      <p:sp>
        <p:nvSpPr>
          <p:cNvPr id="26" name="Shape 24"/>
          <p:cNvSpPr/>
          <p:nvPr/>
        </p:nvSpPr>
        <p:spPr>
          <a:xfrm>
            <a:off x="6236208" y="4892040"/>
            <a:ext cx="22860" cy="64008"/>
          </a:xfrm>
          <a:prstGeom prst="rect">
            <a:avLst/>
          </a:prstGeom>
          <a:solidFill>
            <a:srgbClr val="B9A77F"/>
          </a:solidFill>
          <a:ln/>
        </p:spPr>
      </p:sp>
      <p:sp>
        <p:nvSpPr>
          <p:cNvPr id="27" name="Shape 25"/>
          <p:cNvSpPr/>
          <p:nvPr/>
        </p:nvSpPr>
        <p:spPr>
          <a:xfrm>
            <a:off x="6583680" y="4892040"/>
            <a:ext cx="22860" cy="64008"/>
          </a:xfrm>
          <a:prstGeom prst="rect">
            <a:avLst/>
          </a:prstGeom>
          <a:solidFill>
            <a:srgbClr val="B9A77F"/>
          </a:solidFill>
          <a:ln/>
        </p:spPr>
      </p:sp>
      <p:sp>
        <p:nvSpPr>
          <p:cNvPr id="28" name="Shape 26"/>
          <p:cNvSpPr/>
          <p:nvPr/>
        </p:nvSpPr>
        <p:spPr>
          <a:xfrm>
            <a:off x="6931152" y="4892040"/>
            <a:ext cx="22860" cy="64008"/>
          </a:xfrm>
          <a:prstGeom prst="rect">
            <a:avLst/>
          </a:prstGeom>
          <a:solidFill>
            <a:srgbClr val="B9A77F"/>
          </a:solidFill>
          <a:ln/>
        </p:spPr>
      </p:sp>
      <p:sp>
        <p:nvSpPr>
          <p:cNvPr id="29" name="Shape 27"/>
          <p:cNvSpPr/>
          <p:nvPr/>
        </p:nvSpPr>
        <p:spPr>
          <a:xfrm>
            <a:off x="7278624" y="4892040"/>
            <a:ext cx="22860" cy="64008"/>
          </a:xfrm>
          <a:prstGeom prst="rect">
            <a:avLst/>
          </a:prstGeom>
          <a:solidFill>
            <a:srgbClr val="B9A77F"/>
          </a:solidFill>
          <a:ln/>
        </p:spPr>
      </p:sp>
      <p:sp>
        <p:nvSpPr>
          <p:cNvPr id="30" name="Shape 28"/>
          <p:cNvSpPr/>
          <p:nvPr/>
        </p:nvSpPr>
        <p:spPr>
          <a:xfrm>
            <a:off x="7626096" y="4892040"/>
            <a:ext cx="22860" cy="64008"/>
          </a:xfrm>
          <a:prstGeom prst="rect">
            <a:avLst/>
          </a:prstGeom>
          <a:solidFill>
            <a:srgbClr val="B9A77F"/>
          </a:solidFill>
          <a:ln/>
        </p:spPr>
      </p:sp>
      <p:sp>
        <p:nvSpPr>
          <p:cNvPr id="31" name="Shape 29"/>
          <p:cNvSpPr/>
          <p:nvPr/>
        </p:nvSpPr>
        <p:spPr>
          <a:xfrm>
            <a:off x="7973568" y="4892040"/>
            <a:ext cx="22860" cy="64008"/>
          </a:xfrm>
          <a:prstGeom prst="rect">
            <a:avLst/>
          </a:prstGeom>
          <a:solidFill>
            <a:srgbClr val="B9A77F"/>
          </a:solidFill>
          <a:ln/>
        </p:spPr>
      </p:sp>
      <p:sp>
        <p:nvSpPr>
          <p:cNvPr id="32" name="Shape 30"/>
          <p:cNvSpPr/>
          <p:nvPr/>
        </p:nvSpPr>
        <p:spPr>
          <a:xfrm>
            <a:off x="8321040" y="4892040"/>
            <a:ext cx="22860" cy="64008"/>
          </a:xfrm>
          <a:prstGeom prst="rect">
            <a:avLst/>
          </a:prstGeom>
          <a:solidFill>
            <a:srgbClr val="B9A77F"/>
          </a:solidFill>
          <a:ln/>
        </p:spPr>
      </p:sp>
      <p:sp>
        <p:nvSpPr>
          <p:cNvPr id="33" name="Shape 31"/>
          <p:cNvSpPr/>
          <p:nvPr/>
        </p:nvSpPr>
        <p:spPr>
          <a:xfrm>
            <a:off x="8668512" y="4892040"/>
            <a:ext cx="22860" cy="64008"/>
          </a:xfrm>
          <a:prstGeom prst="rect">
            <a:avLst/>
          </a:prstGeom>
          <a:solidFill>
            <a:srgbClr val="B9A77F"/>
          </a:solidFill>
          <a:ln/>
        </p:spPr>
      </p:sp>
      <p:sp>
        <p:nvSpPr>
          <p:cNvPr id="34" name="Shape 32"/>
          <p:cNvSpPr/>
          <p:nvPr/>
        </p:nvSpPr>
        <p:spPr>
          <a:xfrm>
            <a:off x="9015984" y="4892040"/>
            <a:ext cx="22860" cy="64008"/>
          </a:xfrm>
          <a:prstGeom prst="rect">
            <a:avLst/>
          </a:prstGeom>
          <a:solidFill>
            <a:srgbClr val="B9A77F"/>
          </a:solidFill>
          <a:ln/>
        </p:spPr>
      </p:sp>
      <p:sp>
        <p:nvSpPr>
          <p:cNvPr id="35" name="Shape 33"/>
          <p:cNvSpPr/>
          <p:nvPr/>
        </p:nvSpPr>
        <p:spPr>
          <a:xfrm>
            <a:off x="9363456" y="4892040"/>
            <a:ext cx="22860" cy="64008"/>
          </a:xfrm>
          <a:prstGeom prst="rect">
            <a:avLst/>
          </a:prstGeom>
          <a:solidFill>
            <a:srgbClr val="B9A77F"/>
          </a:solidFill>
          <a:ln/>
        </p:spPr>
      </p:sp>
      <p:sp>
        <p:nvSpPr>
          <p:cNvPr id="36" name="Shape 34"/>
          <p:cNvSpPr/>
          <p:nvPr/>
        </p:nvSpPr>
        <p:spPr>
          <a:xfrm>
            <a:off x="9710928" y="4892040"/>
            <a:ext cx="22860" cy="64008"/>
          </a:xfrm>
          <a:prstGeom prst="rect">
            <a:avLst/>
          </a:prstGeom>
          <a:solidFill>
            <a:srgbClr val="B9A77F"/>
          </a:solidFill>
          <a:ln/>
        </p:spPr>
      </p:sp>
      <p:sp>
        <p:nvSpPr>
          <p:cNvPr id="37" name="Shape 35"/>
          <p:cNvSpPr/>
          <p:nvPr/>
        </p:nvSpPr>
        <p:spPr>
          <a:xfrm>
            <a:off x="10058400" y="4892040"/>
            <a:ext cx="22860" cy="64008"/>
          </a:xfrm>
          <a:prstGeom prst="rect">
            <a:avLst/>
          </a:prstGeom>
          <a:solidFill>
            <a:srgbClr val="B9A77F"/>
          </a:solidFill>
          <a:ln/>
        </p:spPr>
      </p:sp>
      <p:sp>
        <p:nvSpPr>
          <p:cNvPr id="38" name="Shape 36"/>
          <p:cNvSpPr/>
          <p:nvPr/>
        </p:nvSpPr>
        <p:spPr>
          <a:xfrm>
            <a:off x="10405872" y="4892040"/>
            <a:ext cx="22860" cy="64008"/>
          </a:xfrm>
          <a:prstGeom prst="rect">
            <a:avLst/>
          </a:prstGeom>
          <a:solidFill>
            <a:srgbClr val="B9A77F"/>
          </a:solidFill>
          <a:ln/>
        </p:spPr>
      </p:sp>
      <p:sp>
        <p:nvSpPr>
          <p:cNvPr id="39" name="Shape 37"/>
          <p:cNvSpPr/>
          <p:nvPr/>
        </p:nvSpPr>
        <p:spPr>
          <a:xfrm>
            <a:off x="10753344" y="4892040"/>
            <a:ext cx="22860" cy="64008"/>
          </a:xfrm>
          <a:prstGeom prst="rect">
            <a:avLst/>
          </a:prstGeom>
          <a:solidFill>
            <a:srgbClr val="B9A77F"/>
          </a:solidFill>
          <a:ln/>
        </p:spPr>
      </p:sp>
      <p:sp>
        <p:nvSpPr>
          <p:cNvPr id="40" name="Shape 38"/>
          <p:cNvSpPr/>
          <p:nvPr/>
        </p:nvSpPr>
        <p:spPr>
          <a:xfrm>
            <a:off x="11100816" y="4892040"/>
            <a:ext cx="22860" cy="64008"/>
          </a:xfrm>
          <a:prstGeom prst="rect">
            <a:avLst/>
          </a:prstGeom>
          <a:solidFill>
            <a:srgbClr val="B9A77F"/>
          </a:solidFill>
          <a:ln/>
        </p:spPr>
      </p:sp>
      <p:sp>
        <p:nvSpPr>
          <p:cNvPr id="41" name="Shape 39"/>
          <p:cNvSpPr/>
          <p:nvPr/>
        </p:nvSpPr>
        <p:spPr>
          <a:xfrm>
            <a:off x="11448288" y="4892040"/>
            <a:ext cx="22860" cy="64008"/>
          </a:xfrm>
          <a:prstGeom prst="rect">
            <a:avLst/>
          </a:prstGeom>
          <a:solidFill>
            <a:srgbClr val="B9A77F"/>
          </a:solidFill>
          <a:ln/>
        </p:spPr>
      </p:sp>
      <p:sp>
        <p:nvSpPr>
          <p:cNvPr id="42" name="Shape 40"/>
          <p:cNvSpPr/>
          <p:nvPr/>
        </p:nvSpPr>
        <p:spPr>
          <a:xfrm>
            <a:off x="11795760" y="4892040"/>
            <a:ext cx="22860" cy="64008"/>
          </a:xfrm>
          <a:prstGeom prst="rect">
            <a:avLst/>
          </a:prstGeom>
          <a:solidFill>
            <a:srgbClr val="B9A77F"/>
          </a:solidFill>
          <a:ln/>
        </p:spPr>
      </p:sp>
      <p:sp>
        <p:nvSpPr>
          <p:cNvPr id="43" name="Shape 41"/>
          <p:cNvSpPr/>
          <p:nvPr/>
        </p:nvSpPr>
        <p:spPr>
          <a:xfrm>
            <a:off x="12143232" y="4892040"/>
            <a:ext cx="22860" cy="64008"/>
          </a:xfrm>
          <a:prstGeom prst="rect">
            <a:avLst/>
          </a:prstGeom>
          <a:solidFill>
            <a:srgbClr val="B9A77F"/>
          </a:solidFill>
          <a:ln/>
        </p:spPr>
      </p:sp>
      <p:sp>
        <p:nvSpPr>
          <p:cNvPr id="44" name="Text 42"/>
          <p:cNvSpPr/>
          <p:nvPr/>
        </p:nvSpPr>
        <p:spPr>
          <a:xfrm>
            <a:off x="822960" y="5486400"/>
            <a:ext cx="8229600" cy="274320"/>
          </a:xfrm>
          <a:prstGeom prst="rect">
            <a:avLst/>
          </a:prstGeom>
          <a:noFill/>
          <a:ln/>
        </p:spPr>
        <p:txBody>
          <a:bodyPr wrap="square" lIns="0" tIns="0" rIns="0" bIns="0" rtlCol="0" anchor="ctr"/>
          <a:lstStyle/>
          <a:p>
            <a:pPr indent="0" marL="0">
              <a:buNone/>
            </a:pPr>
            <a:r>
              <a:rPr lang="en-US" sz="1000" dirty="0">
                <a:solidFill>
                  <a:srgbClr val="9A958A"/>
                </a:solidFill>
                <a:latin typeface="IBM Plex Mono" pitchFamily="34" charset="0"/>
                <a:ea typeface="IBM Plex Mono" pitchFamily="34" charset="-122"/>
                <a:cs typeface="IBM Plex Mono" pitchFamily="34" charset="-120"/>
              </a:rPr>
              <a:t>Lorem ipsum dolor sit amet, 00 lorem 0000. Imago: lorem ipsum · Fundus dolor · Archivum amet</a:t>
            </a:r>
            <a:endParaRPr lang="en-US" sz="1000" dirty="0"/>
          </a:p>
        </p:txBody>
      </p:sp>
      <p:sp>
        <p:nvSpPr>
          <p:cNvPr id="45" name="Text 43"/>
          <p:cNvSpPr/>
          <p:nvPr/>
        </p:nvSpPr>
        <p:spPr>
          <a:xfrm>
            <a:off x="9082735" y="5486400"/>
            <a:ext cx="2286000" cy="274320"/>
          </a:xfrm>
          <a:prstGeom prst="rect">
            <a:avLst/>
          </a:prstGeom>
          <a:noFill/>
          <a:ln/>
        </p:spPr>
        <p:txBody>
          <a:bodyPr wrap="square" lIns="0" tIns="0" rIns="0" bIns="0" rtlCol="0" anchor="ctr"/>
          <a:lstStyle/>
          <a:p>
            <a:pPr algn="r" indent="0" marL="0">
              <a:buNone/>
            </a:pPr>
            <a:r>
              <a:rPr lang="en-US" sz="1000" b="1" spc="400" kern="0" dirty="0">
                <a:solidFill>
                  <a:srgbClr val="C9A24A"/>
                </a:solidFill>
                <a:latin typeface="IBM Plex Mono" pitchFamily="34" charset="0"/>
                <a:ea typeface="IBM Plex Mono" pitchFamily="34" charset="-122"/>
                <a:cs typeface="IBM Plex Mono" pitchFamily="34" charset="-120"/>
              </a:rPr>
              <a:t>LOREM · MMXXVI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D10"/>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000" b="1" spc="400" kern="0" dirty="0">
                <a:solidFill>
                  <a:srgbClr val="C9A24A"/>
                </a:solidFill>
                <a:latin typeface="IBM Plex Mono" pitchFamily="34" charset="0"/>
                <a:ea typeface="IBM Plex Mono" pitchFamily="34" charset="-122"/>
                <a:cs typeface="IBM Plex Mono" pitchFamily="34" charset="-120"/>
              </a:rPr>
              <a:t>CAPITULUM · LOREM IPSUM</a:t>
            </a:r>
            <a:endParaRPr lang="en-US" sz="1000" dirty="0"/>
          </a:p>
        </p:txBody>
      </p:sp>
      <p:sp>
        <p:nvSpPr>
          <p:cNvPr id="3" name="Text 1"/>
          <p:cNvSpPr/>
          <p:nvPr/>
        </p:nvSpPr>
        <p:spPr>
          <a:xfrm>
            <a:off x="10728655" y="292608"/>
            <a:ext cx="914400" cy="274320"/>
          </a:xfrm>
          <a:prstGeom prst="rect">
            <a:avLst/>
          </a:prstGeom>
          <a:noFill/>
          <a:ln/>
        </p:spPr>
        <p:txBody>
          <a:bodyPr wrap="square" lIns="0" tIns="0" rIns="0" bIns="0" rtlCol="0" anchor="ctr"/>
          <a:lstStyle/>
          <a:p>
            <a:pPr algn="r" indent="0" marL="0">
              <a:buNone/>
            </a:pPr>
            <a:r>
              <a:rPr lang="en-US" sz="1000" dirty="0">
                <a:solidFill>
                  <a:srgbClr val="9A958A"/>
                </a:solidFill>
                <a:latin typeface="IBM Plex Mono" pitchFamily="34" charset="0"/>
                <a:ea typeface="IBM Plex Mono" pitchFamily="34" charset="-122"/>
                <a:cs typeface="IBM Plex Mono" pitchFamily="34" charset="-120"/>
              </a:rPr>
              <a:t>02</a:t>
            </a:r>
            <a:endParaRPr lang="en-US" sz="1000" dirty="0"/>
          </a:p>
        </p:txBody>
      </p:sp>
      <p:sp>
        <p:nvSpPr>
          <p:cNvPr id="4" name="Shape 2"/>
          <p:cNvSpPr/>
          <p:nvPr/>
        </p:nvSpPr>
        <p:spPr>
          <a:xfrm>
            <a:off x="548640" y="658368"/>
            <a:ext cx="11094415" cy="0"/>
          </a:xfrm>
          <a:prstGeom prst="line">
            <a:avLst/>
          </a:prstGeom>
          <a:noFill/>
          <a:ln w="9525">
            <a:solidFill>
              <a:srgbClr val="2C2F37"/>
            </a:solidFill>
            <a:prstDash val="solid"/>
          </a:ln>
        </p:spPr>
      </p:sp>
      <p:sp>
        <p:nvSpPr>
          <p:cNvPr id="5" name="Text 3"/>
          <p:cNvSpPr/>
          <p:nvPr/>
        </p:nvSpPr>
        <p:spPr>
          <a:xfrm>
            <a:off x="548640" y="6419088"/>
            <a:ext cx="5486400" cy="228600"/>
          </a:xfrm>
          <a:prstGeom prst="rect">
            <a:avLst/>
          </a:prstGeom>
          <a:noFill/>
          <a:ln/>
        </p:spPr>
        <p:txBody>
          <a:bodyPr wrap="square" lIns="0" tIns="0" rIns="0" bIns="0" rtlCol="0" anchor="ctr"/>
          <a:lstStyle/>
          <a:p>
            <a:pPr indent="0" marL="0">
              <a:buNone/>
            </a:pPr>
            <a:r>
              <a:rPr lang="en-US" sz="900" spc="300" kern="0" dirty="0">
                <a:solidFill>
                  <a:srgbClr val="9A958A"/>
                </a:solidFill>
                <a:latin typeface="IBM Plex Mono" pitchFamily="34" charset="0"/>
                <a:ea typeface="IBM Plex Mono" pitchFamily="34" charset="-122"/>
                <a:cs typeface="IBM Plex Mono" pitchFamily="34" charset="-120"/>
              </a:rPr>
              <a:t>LOREM IPSUM · DOLOR SIT AMET</a:t>
            </a:r>
            <a:endParaRPr lang="en-US" sz="900" dirty="0"/>
          </a:p>
        </p:txBody>
      </p:sp>
      <p:sp>
        <p:nvSpPr>
          <p:cNvPr id="6" name="Shape 4"/>
          <p:cNvSpPr/>
          <p:nvPr/>
        </p:nvSpPr>
        <p:spPr>
          <a:xfrm>
            <a:off x="9814255" y="6528816"/>
            <a:ext cx="1828800" cy="0"/>
          </a:xfrm>
          <a:prstGeom prst="line">
            <a:avLst/>
          </a:prstGeom>
          <a:noFill/>
          <a:ln w="9525">
            <a:solidFill>
              <a:srgbClr val="C9A24A"/>
            </a:solidFill>
            <a:prstDash val="solid"/>
          </a:ln>
        </p:spPr>
      </p:sp>
      <p:sp>
        <p:nvSpPr>
          <p:cNvPr id="7" name="Text 5"/>
          <p:cNvSpPr/>
          <p:nvPr/>
        </p:nvSpPr>
        <p:spPr>
          <a:xfrm>
            <a:off x="457200" y="1188720"/>
            <a:ext cx="4572000" cy="3108960"/>
          </a:xfrm>
          <a:prstGeom prst="rect">
            <a:avLst/>
          </a:prstGeom>
          <a:noFill/>
          <a:ln/>
        </p:spPr>
        <p:txBody>
          <a:bodyPr wrap="square" lIns="0" tIns="0" rIns="0" bIns="0" rtlCol="0" anchor="ctr"/>
          <a:lstStyle/>
          <a:p>
            <a:pPr indent="0" marL="0">
              <a:buNone/>
            </a:pPr>
            <a:r>
              <a:rPr lang="en-US" sz="23000" b="1" dirty="0">
                <a:solidFill>
                  <a:srgbClr val="C9A24A"/>
                </a:solidFill>
                <a:latin typeface="Cormorant Garamond" pitchFamily="34" charset="0"/>
                <a:ea typeface="Cormorant Garamond" pitchFamily="34" charset="-122"/>
                <a:cs typeface="Cormorant Garamond" pitchFamily="34" charset="-120"/>
              </a:rPr>
              <a:t>I.</a:t>
            </a:r>
            <a:endParaRPr lang="en-US" sz="23000" dirty="0"/>
          </a:p>
        </p:txBody>
      </p:sp>
      <p:sp>
        <p:nvSpPr>
          <p:cNvPr id="8" name="Shape 6"/>
          <p:cNvSpPr/>
          <p:nvPr/>
        </p:nvSpPr>
        <p:spPr>
          <a:xfrm>
            <a:off x="5120640" y="1463040"/>
            <a:ext cx="0" cy="3291840"/>
          </a:xfrm>
          <a:prstGeom prst="line">
            <a:avLst/>
          </a:prstGeom>
          <a:noFill/>
          <a:ln w="12700">
            <a:solidFill>
              <a:srgbClr val="C9A24A"/>
            </a:solidFill>
            <a:prstDash val="solid"/>
          </a:ln>
        </p:spPr>
      </p:sp>
      <p:sp>
        <p:nvSpPr>
          <p:cNvPr id="9" name="Text 7"/>
          <p:cNvSpPr/>
          <p:nvPr/>
        </p:nvSpPr>
        <p:spPr>
          <a:xfrm>
            <a:off x="5577840" y="1600200"/>
            <a:ext cx="2194560" cy="347472"/>
          </a:xfrm>
          <a:prstGeom prst="rect">
            <a:avLst/>
          </a:prstGeom>
          <a:solidFill>
            <a:srgbClr val="C9A24A"/>
          </a:solidFill>
          <a:ln/>
        </p:spPr>
        <p:txBody>
          <a:bodyPr wrap="square" lIns="0" tIns="0" rIns="0" bIns="0" rtlCol="0" anchor="ctr"/>
          <a:lstStyle/>
          <a:p>
            <a:pPr algn="ctr" indent="0" marL="0">
              <a:buNone/>
            </a:pPr>
            <a:r>
              <a:rPr lang="en-US" sz="1100" b="1" spc="500" kern="0" dirty="0">
                <a:solidFill>
                  <a:srgbClr val="0C0D10"/>
                </a:solidFill>
                <a:latin typeface="IBM Plex Mono" pitchFamily="34" charset="0"/>
                <a:ea typeface="IBM Plex Mono" pitchFamily="34" charset="-122"/>
                <a:cs typeface="IBM Plex Mono" pitchFamily="34" charset="-120"/>
              </a:rPr>
              <a:t>CAPITULUM I</a:t>
            </a:r>
            <a:endParaRPr lang="en-US" sz="1100" dirty="0"/>
          </a:p>
        </p:txBody>
      </p:sp>
      <p:sp>
        <p:nvSpPr>
          <p:cNvPr id="10" name="Text 8"/>
          <p:cNvSpPr/>
          <p:nvPr/>
        </p:nvSpPr>
        <p:spPr>
          <a:xfrm>
            <a:off x="5577840" y="2148840"/>
            <a:ext cx="6035040" cy="1645920"/>
          </a:xfrm>
          <a:prstGeom prst="rect">
            <a:avLst/>
          </a:prstGeom>
          <a:noFill/>
          <a:ln/>
        </p:spPr>
        <p:txBody>
          <a:bodyPr wrap="square" lIns="0" tIns="0" rIns="0" bIns="0" rtlCol="0" anchor="t"/>
          <a:lstStyle/>
          <a:p>
            <a:pPr indent="0" marL="0">
              <a:buNone/>
            </a:pPr>
            <a:r>
              <a:rPr lang="en-US" sz="5000" b="1" dirty="0">
                <a:solidFill>
                  <a:srgbClr val="ECE8DF"/>
                </a:solidFill>
                <a:latin typeface="Cormorant Garamond" pitchFamily="34" charset="0"/>
                <a:ea typeface="Cormorant Garamond" pitchFamily="34" charset="-122"/>
                <a:cs typeface="Cormorant Garamond" pitchFamily="34" charset="-120"/>
              </a:rPr>
              <a:t>Lorem ipsum dolor </a:t>
            </a:r>
            <a:pPr indent="0" marL="0">
              <a:buNone/>
            </a:pPr>
            <a:r>
              <a:rPr lang="en-US" sz="5000" b="1" i="1" dirty="0">
                <a:solidFill>
                  <a:srgbClr val="E6C97A"/>
                </a:solidFill>
                <a:latin typeface="Cormorant Garamond" pitchFamily="34" charset="0"/>
                <a:ea typeface="Cormorant Garamond" pitchFamily="34" charset="-122"/>
                <a:cs typeface="Cormorant Garamond" pitchFamily="34" charset="-120"/>
              </a:rPr>
              <a:t>sit amet</a:t>
            </a:r>
            <a:endParaRPr lang="en-US" sz="5000" dirty="0"/>
          </a:p>
        </p:txBody>
      </p:sp>
      <p:sp>
        <p:nvSpPr>
          <p:cNvPr id="11" name="Text 9"/>
          <p:cNvSpPr/>
          <p:nvPr/>
        </p:nvSpPr>
        <p:spPr>
          <a:xfrm>
            <a:off x="5577840" y="3931920"/>
            <a:ext cx="5669280" cy="1005840"/>
          </a:xfrm>
          <a:prstGeom prst="rect">
            <a:avLst/>
          </a:prstGeom>
          <a:noFill/>
          <a:ln/>
        </p:spPr>
        <p:txBody>
          <a:bodyPr wrap="square" lIns="0" tIns="0" rIns="0" bIns="0" rtlCol="0" anchor="t"/>
          <a:lstStyle/>
          <a:p>
            <a:pPr indent="0" marL="0">
              <a:buNone/>
            </a:pPr>
            <a:r>
              <a:rPr lang="en-US" sz="1600" dirty="0">
                <a:solidFill>
                  <a:srgbClr val="9A958A"/>
                </a:solidFill>
                <a:latin typeface="Source Serif 4" pitchFamily="34" charset="0"/>
                <a:ea typeface="Source Serif 4" pitchFamily="34" charset="-122"/>
                <a:cs typeface="Source Serif 4" pitchFamily="34" charset="-120"/>
              </a:rPr>
              <a:t>Lorem ipsum dolor sit amet, consectetur adipiscing elit, sed do eiusmod tempor incididunt ut labore et dolore magna aliqua.</a:t>
            </a:r>
            <a:endParaRPr lang="en-US" sz="1600" dirty="0"/>
          </a:p>
        </p:txBody>
      </p:sp>
      <p:sp>
        <p:nvSpPr>
          <p:cNvPr id="12" name="Shape 10"/>
          <p:cNvSpPr/>
          <p:nvPr/>
        </p:nvSpPr>
        <p:spPr>
          <a:xfrm>
            <a:off x="0" y="5806440"/>
            <a:ext cx="12191695" cy="64008"/>
          </a:xfrm>
          <a:prstGeom prst="rect">
            <a:avLst/>
          </a:prstGeom>
          <a:solidFill>
            <a:srgbClr val="D9C9A3"/>
          </a:solidFill>
          <a:ln/>
        </p:spPr>
      </p:sp>
      <p:sp>
        <p:nvSpPr>
          <p:cNvPr id="13" name="Shape 11"/>
          <p:cNvSpPr/>
          <p:nvPr/>
        </p:nvSpPr>
        <p:spPr>
          <a:xfrm>
            <a:off x="329184" y="5806440"/>
            <a:ext cx="22860" cy="64008"/>
          </a:xfrm>
          <a:prstGeom prst="rect">
            <a:avLst/>
          </a:prstGeom>
          <a:solidFill>
            <a:srgbClr val="B9A77F"/>
          </a:solidFill>
          <a:ln/>
        </p:spPr>
      </p:sp>
      <p:sp>
        <p:nvSpPr>
          <p:cNvPr id="14" name="Shape 12"/>
          <p:cNvSpPr/>
          <p:nvPr/>
        </p:nvSpPr>
        <p:spPr>
          <a:xfrm>
            <a:off x="676656" y="5806440"/>
            <a:ext cx="22860" cy="64008"/>
          </a:xfrm>
          <a:prstGeom prst="rect">
            <a:avLst/>
          </a:prstGeom>
          <a:solidFill>
            <a:srgbClr val="B9A77F"/>
          </a:solidFill>
          <a:ln/>
        </p:spPr>
      </p:sp>
      <p:sp>
        <p:nvSpPr>
          <p:cNvPr id="15" name="Shape 13"/>
          <p:cNvSpPr/>
          <p:nvPr/>
        </p:nvSpPr>
        <p:spPr>
          <a:xfrm>
            <a:off x="1024128" y="5806440"/>
            <a:ext cx="22860" cy="64008"/>
          </a:xfrm>
          <a:prstGeom prst="rect">
            <a:avLst/>
          </a:prstGeom>
          <a:solidFill>
            <a:srgbClr val="B9A77F"/>
          </a:solidFill>
          <a:ln/>
        </p:spPr>
      </p:sp>
      <p:sp>
        <p:nvSpPr>
          <p:cNvPr id="16" name="Shape 14"/>
          <p:cNvSpPr/>
          <p:nvPr/>
        </p:nvSpPr>
        <p:spPr>
          <a:xfrm>
            <a:off x="1371600" y="5806440"/>
            <a:ext cx="22860" cy="64008"/>
          </a:xfrm>
          <a:prstGeom prst="rect">
            <a:avLst/>
          </a:prstGeom>
          <a:solidFill>
            <a:srgbClr val="B9A77F"/>
          </a:solidFill>
          <a:ln/>
        </p:spPr>
      </p:sp>
      <p:sp>
        <p:nvSpPr>
          <p:cNvPr id="17" name="Shape 15"/>
          <p:cNvSpPr/>
          <p:nvPr/>
        </p:nvSpPr>
        <p:spPr>
          <a:xfrm>
            <a:off x="1719072" y="5806440"/>
            <a:ext cx="22860" cy="64008"/>
          </a:xfrm>
          <a:prstGeom prst="rect">
            <a:avLst/>
          </a:prstGeom>
          <a:solidFill>
            <a:srgbClr val="B9A77F"/>
          </a:solidFill>
          <a:ln/>
        </p:spPr>
      </p:sp>
      <p:sp>
        <p:nvSpPr>
          <p:cNvPr id="18" name="Shape 16"/>
          <p:cNvSpPr/>
          <p:nvPr/>
        </p:nvSpPr>
        <p:spPr>
          <a:xfrm>
            <a:off x="2066544" y="5806440"/>
            <a:ext cx="22860" cy="64008"/>
          </a:xfrm>
          <a:prstGeom prst="rect">
            <a:avLst/>
          </a:prstGeom>
          <a:solidFill>
            <a:srgbClr val="B9A77F"/>
          </a:solidFill>
          <a:ln/>
        </p:spPr>
      </p:sp>
      <p:sp>
        <p:nvSpPr>
          <p:cNvPr id="19" name="Shape 17"/>
          <p:cNvSpPr/>
          <p:nvPr/>
        </p:nvSpPr>
        <p:spPr>
          <a:xfrm>
            <a:off x="2414016" y="5806440"/>
            <a:ext cx="22860" cy="64008"/>
          </a:xfrm>
          <a:prstGeom prst="rect">
            <a:avLst/>
          </a:prstGeom>
          <a:solidFill>
            <a:srgbClr val="B9A77F"/>
          </a:solidFill>
          <a:ln/>
        </p:spPr>
      </p:sp>
      <p:sp>
        <p:nvSpPr>
          <p:cNvPr id="20" name="Shape 18"/>
          <p:cNvSpPr/>
          <p:nvPr/>
        </p:nvSpPr>
        <p:spPr>
          <a:xfrm>
            <a:off x="2761488" y="5806440"/>
            <a:ext cx="22860" cy="64008"/>
          </a:xfrm>
          <a:prstGeom prst="rect">
            <a:avLst/>
          </a:prstGeom>
          <a:solidFill>
            <a:srgbClr val="B9A77F"/>
          </a:solidFill>
          <a:ln/>
        </p:spPr>
      </p:sp>
      <p:sp>
        <p:nvSpPr>
          <p:cNvPr id="21" name="Shape 19"/>
          <p:cNvSpPr/>
          <p:nvPr/>
        </p:nvSpPr>
        <p:spPr>
          <a:xfrm>
            <a:off x="3108960" y="5806440"/>
            <a:ext cx="22860" cy="64008"/>
          </a:xfrm>
          <a:prstGeom prst="rect">
            <a:avLst/>
          </a:prstGeom>
          <a:solidFill>
            <a:srgbClr val="B9A77F"/>
          </a:solidFill>
          <a:ln/>
        </p:spPr>
      </p:sp>
      <p:sp>
        <p:nvSpPr>
          <p:cNvPr id="22" name="Shape 20"/>
          <p:cNvSpPr/>
          <p:nvPr/>
        </p:nvSpPr>
        <p:spPr>
          <a:xfrm>
            <a:off x="3456432" y="5806440"/>
            <a:ext cx="22860" cy="64008"/>
          </a:xfrm>
          <a:prstGeom prst="rect">
            <a:avLst/>
          </a:prstGeom>
          <a:solidFill>
            <a:srgbClr val="B9A77F"/>
          </a:solidFill>
          <a:ln/>
        </p:spPr>
      </p:sp>
      <p:sp>
        <p:nvSpPr>
          <p:cNvPr id="23" name="Shape 21"/>
          <p:cNvSpPr/>
          <p:nvPr/>
        </p:nvSpPr>
        <p:spPr>
          <a:xfrm>
            <a:off x="3803904" y="5806440"/>
            <a:ext cx="22860" cy="64008"/>
          </a:xfrm>
          <a:prstGeom prst="rect">
            <a:avLst/>
          </a:prstGeom>
          <a:solidFill>
            <a:srgbClr val="B9A77F"/>
          </a:solidFill>
          <a:ln/>
        </p:spPr>
      </p:sp>
      <p:sp>
        <p:nvSpPr>
          <p:cNvPr id="24" name="Shape 22"/>
          <p:cNvSpPr/>
          <p:nvPr/>
        </p:nvSpPr>
        <p:spPr>
          <a:xfrm>
            <a:off x="4151376" y="5806440"/>
            <a:ext cx="22860" cy="64008"/>
          </a:xfrm>
          <a:prstGeom prst="rect">
            <a:avLst/>
          </a:prstGeom>
          <a:solidFill>
            <a:srgbClr val="B9A77F"/>
          </a:solidFill>
          <a:ln/>
        </p:spPr>
      </p:sp>
      <p:sp>
        <p:nvSpPr>
          <p:cNvPr id="25" name="Shape 23"/>
          <p:cNvSpPr/>
          <p:nvPr/>
        </p:nvSpPr>
        <p:spPr>
          <a:xfrm>
            <a:off x="4498848" y="5806440"/>
            <a:ext cx="22860" cy="64008"/>
          </a:xfrm>
          <a:prstGeom prst="rect">
            <a:avLst/>
          </a:prstGeom>
          <a:solidFill>
            <a:srgbClr val="B9A77F"/>
          </a:solidFill>
          <a:ln/>
        </p:spPr>
      </p:sp>
      <p:sp>
        <p:nvSpPr>
          <p:cNvPr id="26" name="Shape 24"/>
          <p:cNvSpPr/>
          <p:nvPr/>
        </p:nvSpPr>
        <p:spPr>
          <a:xfrm>
            <a:off x="4846320" y="5806440"/>
            <a:ext cx="22860" cy="64008"/>
          </a:xfrm>
          <a:prstGeom prst="rect">
            <a:avLst/>
          </a:prstGeom>
          <a:solidFill>
            <a:srgbClr val="B9A77F"/>
          </a:solidFill>
          <a:ln/>
        </p:spPr>
      </p:sp>
      <p:sp>
        <p:nvSpPr>
          <p:cNvPr id="27" name="Shape 25"/>
          <p:cNvSpPr/>
          <p:nvPr/>
        </p:nvSpPr>
        <p:spPr>
          <a:xfrm>
            <a:off x="5193792" y="5806440"/>
            <a:ext cx="22860" cy="64008"/>
          </a:xfrm>
          <a:prstGeom prst="rect">
            <a:avLst/>
          </a:prstGeom>
          <a:solidFill>
            <a:srgbClr val="B9A77F"/>
          </a:solidFill>
          <a:ln/>
        </p:spPr>
      </p:sp>
      <p:sp>
        <p:nvSpPr>
          <p:cNvPr id="28" name="Shape 26"/>
          <p:cNvSpPr/>
          <p:nvPr/>
        </p:nvSpPr>
        <p:spPr>
          <a:xfrm>
            <a:off x="5541264" y="5806440"/>
            <a:ext cx="22860" cy="64008"/>
          </a:xfrm>
          <a:prstGeom prst="rect">
            <a:avLst/>
          </a:prstGeom>
          <a:solidFill>
            <a:srgbClr val="B9A77F"/>
          </a:solidFill>
          <a:ln/>
        </p:spPr>
      </p:sp>
      <p:sp>
        <p:nvSpPr>
          <p:cNvPr id="29" name="Shape 27"/>
          <p:cNvSpPr/>
          <p:nvPr/>
        </p:nvSpPr>
        <p:spPr>
          <a:xfrm>
            <a:off x="5888736" y="5806440"/>
            <a:ext cx="22860" cy="64008"/>
          </a:xfrm>
          <a:prstGeom prst="rect">
            <a:avLst/>
          </a:prstGeom>
          <a:solidFill>
            <a:srgbClr val="B9A77F"/>
          </a:solidFill>
          <a:ln/>
        </p:spPr>
      </p:sp>
      <p:sp>
        <p:nvSpPr>
          <p:cNvPr id="30" name="Shape 28"/>
          <p:cNvSpPr/>
          <p:nvPr/>
        </p:nvSpPr>
        <p:spPr>
          <a:xfrm>
            <a:off x="6236208" y="5806440"/>
            <a:ext cx="22860" cy="64008"/>
          </a:xfrm>
          <a:prstGeom prst="rect">
            <a:avLst/>
          </a:prstGeom>
          <a:solidFill>
            <a:srgbClr val="B9A77F"/>
          </a:solidFill>
          <a:ln/>
        </p:spPr>
      </p:sp>
      <p:sp>
        <p:nvSpPr>
          <p:cNvPr id="31" name="Shape 29"/>
          <p:cNvSpPr/>
          <p:nvPr/>
        </p:nvSpPr>
        <p:spPr>
          <a:xfrm>
            <a:off x="6583680" y="5806440"/>
            <a:ext cx="22860" cy="64008"/>
          </a:xfrm>
          <a:prstGeom prst="rect">
            <a:avLst/>
          </a:prstGeom>
          <a:solidFill>
            <a:srgbClr val="B9A77F"/>
          </a:solidFill>
          <a:ln/>
        </p:spPr>
      </p:sp>
      <p:sp>
        <p:nvSpPr>
          <p:cNvPr id="32" name="Shape 30"/>
          <p:cNvSpPr/>
          <p:nvPr/>
        </p:nvSpPr>
        <p:spPr>
          <a:xfrm>
            <a:off x="6931152" y="5806440"/>
            <a:ext cx="22860" cy="64008"/>
          </a:xfrm>
          <a:prstGeom prst="rect">
            <a:avLst/>
          </a:prstGeom>
          <a:solidFill>
            <a:srgbClr val="B9A77F"/>
          </a:solidFill>
          <a:ln/>
        </p:spPr>
      </p:sp>
      <p:sp>
        <p:nvSpPr>
          <p:cNvPr id="33" name="Shape 31"/>
          <p:cNvSpPr/>
          <p:nvPr/>
        </p:nvSpPr>
        <p:spPr>
          <a:xfrm>
            <a:off x="7278624" y="5806440"/>
            <a:ext cx="22860" cy="64008"/>
          </a:xfrm>
          <a:prstGeom prst="rect">
            <a:avLst/>
          </a:prstGeom>
          <a:solidFill>
            <a:srgbClr val="B9A77F"/>
          </a:solidFill>
          <a:ln/>
        </p:spPr>
      </p:sp>
      <p:sp>
        <p:nvSpPr>
          <p:cNvPr id="34" name="Shape 32"/>
          <p:cNvSpPr/>
          <p:nvPr/>
        </p:nvSpPr>
        <p:spPr>
          <a:xfrm>
            <a:off x="7626096" y="5806440"/>
            <a:ext cx="22860" cy="64008"/>
          </a:xfrm>
          <a:prstGeom prst="rect">
            <a:avLst/>
          </a:prstGeom>
          <a:solidFill>
            <a:srgbClr val="B9A77F"/>
          </a:solidFill>
          <a:ln/>
        </p:spPr>
      </p:sp>
      <p:sp>
        <p:nvSpPr>
          <p:cNvPr id="35" name="Shape 33"/>
          <p:cNvSpPr/>
          <p:nvPr/>
        </p:nvSpPr>
        <p:spPr>
          <a:xfrm>
            <a:off x="7973568" y="5806440"/>
            <a:ext cx="22860" cy="64008"/>
          </a:xfrm>
          <a:prstGeom prst="rect">
            <a:avLst/>
          </a:prstGeom>
          <a:solidFill>
            <a:srgbClr val="B9A77F"/>
          </a:solidFill>
          <a:ln/>
        </p:spPr>
      </p:sp>
      <p:sp>
        <p:nvSpPr>
          <p:cNvPr id="36" name="Shape 34"/>
          <p:cNvSpPr/>
          <p:nvPr/>
        </p:nvSpPr>
        <p:spPr>
          <a:xfrm>
            <a:off x="8321040" y="5806440"/>
            <a:ext cx="22860" cy="64008"/>
          </a:xfrm>
          <a:prstGeom prst="rect">
            <a:avLst/>
          </a:prstGeom>
          <a:solidFill>
            <a:srgbClr val="B9A77F"/>
          </a:solidFill>
          <a:ln/>
        </p:spPr>
      </p:sp>
      <p:sp>
        <p:nvSpPr>
          <p:cNvPr id="37" name="Shape 35"/>
          <p:cNvSpPr/>
          <p:nvPr/>
        </p:nvSpPr>
        <p:spPr>
          <a:xfrm>
            <a:off x="8668512" y="5806440"/>
            <a:ext cx="22860" cy="64008"/>
          </a:xfrm>
          <a:prstGeom prst="rect">
            <a:avLst/>
          </a:prstGeom>
          <a:solidFill>
            <a:srgbClr val="B9A77F"/>
          </a:solidFill>
          <a:ln/>
        </p:spPr>
      </p:sp>
      <p:sp>
        <p:nvSpPr>
          <p:cNvPr id="38" name="Shape 36"/>
          <p:cNvSpPr/>
          <p:nvPr/>
        </p:nvSpPr>
        <p:spPr>
          <a:xfrm>
            <a:off x="9015984" y="5806440"/>
            <a:ext cx="22860" cy="64008"/>
          </a:xfrm>
          <a:prstGeom prst="rect">
            <a:avLst/>
          </a:prstGeom>
          <a:solidFill>
            <a:srgbClr val="B9A77F"/>
          </a:solidFill>
          <a:ln/>
        </p:spPr>
      </p:sp>
      <p:sp>
        <p:nvSpPr>
          <p:cNvPr id="39" name="Shape 37"/>
          <p:cNvSpPr/>
          <p:nvPr/>
        </p:nvSpPr>
        <p:spPr>
          <a:xfrm>
            <a:off x="9363456" y="5806440"/>
            <a:ext cx="22860" cy="64008"/>
          </a:xfrm>
          <a:prstGeom prst="rect">
            <a:avLst/>
          </a:prstGeom>
          <a:solidFill>
            <a:srgbClr val="B9A77F"/>
          </a:solidFill>
          <a:ln/>
        </p:spPr>
      </p:sp>
      <p:sp>
        <p:nvSpPr>
          <p:cNvPr id="40" name="Shape 38"/>
          <p:cNvSpPr/>
          <p:nvPr/>
        </p:nvSpPr>
        <p:spPr>
          <a:xfrm>
            <a:off x="9710928" y="5806440"/>
            <a:ext cx="22860" cy="64008"/>
          </a:xfrm>
          <a:prstGeom prst="rect">
            <a:avLst/>
          </a:prstGeom>
          <a:solidFill>
            <a:srgbClr val="B9A77F"/>
          </a:solidFill>
          <a:ln/>
        </p:spPr>
      </p:sp>
      <p:sp>
        <p:nvSpPr>
          <p:cNvPr id="41" name="Shape 39"/>
          <p:cNvSpPr/>
          <p:nvPr/>
        </p:nvSpPr>
        <p:spPr>
          <a:xfrm>
            <a:off x="10058400" y="5806440"/>
            <a:ext cx="22860" cy="64008"/>
          </a:xfrm>
          <a:prstGeom prst="rect">
            <a:avLst/>
          </a:prstGeom>
          <a:solidFill>
            <a:srgbClr val="B9A77F"/>
          </a:solidFill>
          <a:ln/>
        </p:spPr>
      </p:sp>
      <p:sp>
        <p:nvSpPr>
          <p:cNvPr id="42" name="Shape 40"/>
          <p:cNvSpPr/>
          <p:nvPr/>
        </p:nvSpPr>
        <p:spPr>
          <a:xfrm>
            <a:off x="10405872" y="5806440"/>
            <a:ext cx="22860" cy="64008"/>
          </a:xfrm>
          <a:prstGeom prst="rect">
            <a:avLst/>
          </a:prstGeom>
          <a:solidFill>
            <a:srgbClr val="B9A77F"/>
          </a:solidFill>
          <a:ln/>
        </p:spPr>
      </p:sp>
      <p:sp>
        <p:nvSpPr>
          <p:cNvPr id="43" name="Shape 41"/>
          <p:cNvSpPr/>
          <p:nvPr/>
        </p:nvSpPr>
        <p:spPr>
          <a:xfrm>
            <a:off x="10753344" y="5806440"/>
            <a:ext cx="22860" cy="64008"/>
          </a:xfrm>
          <a:prstGeom prst="rect">
            <a:avLst/>
          </a:prstGeom>
          <a:solidFill>
            <a:srgbClr val="B9A77F"/>
          </a:solidFill>
          <a:ln/>
        </p:spPr>
      </p:sp>
      <p:sp>
        <p:nvSpPr>
          <p:cNvPr id="44" name="Shape 42"/>
          <p:cNvSpPr/>
          <p:nvPr/>
        </p:nvSpPr>
        <p:spPr>
          <a:xfrm>
            <a:off x="11100816" y="5806440"/>
            <a:ext cx="22860" cy="64008"/>
          </a:xfrm>
          <a:prstGeom prst="rect">
            <a:avLst/>
          </a:prstGeom>
          <a:solidFill>
            <a:srgbClr val="B9A77F"/>
          </a:solidFill>
          <a:ln/>
        </p:spPr>
      </p:sp>
      <p:sp>
        <p:nvSpPr>
          <p:cNvPr id="45" name="Shape 43"/>
          <p:cNvSpPr/>
          <p:nvPr/>
        </p:nvSpPr>
        <p:spPr>
          <a:xfrm>
            <a:off x="11448288" y="5806440"/>
            <a:ext cx="22860" cy="64008"/>
          </a:xfrm>
          <a:prstGeom prst="rect">
            <a:avLst/>
          </a:prstGeom>
          <a:solidFill>
            <a:srgbClr val="B9A77F"/>
          </a:solidFill>
          <a:ln/>
        </p:spPr>
      </p:sp>
      <p:sp>
        <p:nvSpPr>
          <p:cNvPr id="46" name="Shape 44"/>
          <p:cNvSpPr/>
          <p:nvPr/>
        </p:nvSpPr>
        <p:spPr>
          <a:xfrm>
            <a:off x="11795760" y="5806440"/>
            <a:ext cx="22860" cy="64008"/>
          </a:xfrm>
          <a:prstGeom prst="rect">
            <a:avLst/>
          </a:prstGeom>
          <a:solidFill>
            <a:srgbClr val="B9A77F"/>
          </a:solidFill>
          <a:ln/>
        </p:spPr>
      </p:sp>
      <p:sp>
        <p:nvSpPr>
          <p:cNvPr id="47" name="Shape 45"/>
          <p:cNvSpPr/>
          <p:nvPr/>
        </p:nvSpPr>
        <p:spPr>
          <a:xfrm>
            <a:off x="12143232" y="5806440"/>
            <a:ext cx="22860" cy="64008"/>
          </a:xfrm>
          <a:prstGeom prst="rect">
            <a:avLst/>
          </a:prstGeom>
          <a:solidFill>
            <a:srgbClr val="B9A77F"/>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D10"/>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000" b="1" spc="400" kern="0" dirty="0">
                <a:solidFill>
                  <a:srgbClr val="C9A24A"/>
                </a:solidFill>
                <a:latin typeface="IBM Plex Mono" pitchFamily="34" charset="0"/>
                <a:ea typeface="IBM Plex Mono" pitchFamily="34" charset="-122"/>
                <a:cs typeface="IBM Plex Mono" pitchFamily="34" charset="-120"/>
              </a:rPr>
              <a:t>LOREM IPSUM · NOTA METHODI</a:t>
            </a:r>
            <a:endParaRPr lang="en-US" sz="1000" dirty="0"/>
          </a:p>
        </p:txBody>
      </p:sp>
      <p:sp>
        <p:nvSpPr>
          <p:cNvPr id="3" name="Text 1"/>
          <p:cNvSpPr/>
          <p:nvPr/>
        </p:nvSpPr>
        <p:spPr>
          <a:xfrm>
            <a:off x="10728655" y="292608"/>
            <a:ext cx="914400" cy="274320"/>
          </a:xfrm>
          <a:prstGeom prst="rect">
            <a:avLst/>
          </a:prstGeom>
          <a:noFill/>
          <a:ln/>
        </p:spPr>
        <p:txBody>
          <a:bodyPr wrap="square" lIns="0" tIns="0" rIns="0" bIns="0" rtlCol="0" anchor="ctr"/>
          <a:lstStyle/>
          <a:p>
            <a:pPr algn="r" indent="0" marL="0">
              <a:buNone/>
            </a:pPr>
            <a:r>
              <a:rPr lang="en-US" sz="1000" dirty="0">
                <a:solidFill>
                  <a:srgbClr val="9A958A"/>
                </a:solidFill>
                <a:latin typeface="IBM Plex Mono" pitchFamily="34" charset="0"/>
                <a:ea typeface="IBM Plex Mono" pitchFamily="34" charset="-122"/>
                <a:cs typeface="IBM Plex Mono" pitchFamily="34" charset="-120"/>
              </a:rPr>
              <a:t>03</a:t>
            </a:r>
            <a:endParaRPr lang="en-US" sz="1000" dirty="0"/>
          </a:p>
        </p:txBody>
      </p:sp>
      <p:sp>
        <p:nvSpPr>
          <p:cNvPr id="4" name="Shape 2"/>
          <p:cNvSpPr/>
          <p:nvPr/>
        </p:nvSpPr>
        <p:spPr>
          <a:xfrm>
            <a:off x="548640" y="658368"/>
            <a:ext cx="11094415" cy="0"/>
          </a:xfrm>
          <a:prstGeom prst="line">
            <a:avLst/>
          </a:prstGeom>
          <a:noFill/>
          <a:ln w="9525">
            <a:solidFill>
              <a:srgbClr val="2C2F37"/>
            </a:solidFill>
            <a:prstDash val="solid"/>
          </a:ln>
        </p:spPr>
      </p:sp>
      <p:sp>
        <p:nvSpPr>
          <p:cNvPr id="5" name="Text 3"/>
          <p:cNvSpPr/>
          <p:nvPr/>
        </p:nvSpPr>
        <p:spPr>
          <a:xfrm>
            <a:off x="548640" y="6419088"/>
            <a:ext cx="5486400" cy="228600"/>
          </a:xfrm>
          <a:prstGeom prst="rect">
            <a:avLst/>
          </a:prstGeom>
          <a:noFill/>
          <a:ln/>
        </p:spPr>
        <p:txBody>
          <a:bodyPr wrap="square" lIns="0" tIns="0" rIns="0" bIns="0" rtlCol="0" anchor="ctr"/>
          <a:lstStyle/>
          <a:p>
            <a:pPr indent="0" marL="0">
              <a:buNone/>
            </a:pPr>
            <a:r>
              <a:rPr lang="en-US" sz="900" spc="300" kern="0" dirty="0">
                <a:solidFill>
                  <a:srgbClr val="9A958A"/>
                </a:solidFill>
                <a:latin typeface="IBM Plex Mono" pitchFamily="34" charset="0"/>
                <a:ea typeface="IBM Plex Mono" pitchFamily="34" charset="-122"/>
                <a:cs typeface="IBM Plex Mono" pitchFamily="34" charset="-120"/>
              </a:rPr>
              <a:t>LOREM IPSUM · DOLOR SIT AMET</a:t>
            </a:r>
            <a:endParaRPr lang="en-US" sz="900" dirty="0"/>
          </a:p>
        </p:txBody>
      </p:sp>
      <p:sp>
        <p:nvSpPr>
          <p:cNvPr id="6" name="Shape 4"/>
          <p:cNvSpPr/>
          <p:nvPr/>
        </p:nvSpPr>
        <p:spPr>
          <a:xfrm>
            <a:off x="9814255" y="6528816"/>
            <a:ext cx="1828800" cy="0"/>
          </a:xfrm>
          <a:prstGeom prst="line">
            <a:avLst/>
          </a:prstGeom>
          <a:noFill/>
          <a:ln w="9525">
            <a:solidFill>
              <a:srgbClr val="C9A24A"/>
            </a:solidFill>
            <a:prstDash val="solid"/>
          </a:ln>
        </p:spPr>
      </p:sp>
      <p:sp>
        <p:nvSpPr>
          <p:cNvPr id="7" name="Text 5"/>
          <p:cNvSpPr/>
          <p:nvPr/>
        </p:nvSpPr>
        <p:spPr>
          <a:xfrm>
            <a:off x="548640" y="960120"/>
            <a:ext cx="10972800" cy="822960"/>
          </a:xfrm>
          <a:prstGeom prst="rect">
            <a:avLst/>
          </a:prstGeom>
          <a:noFill/>
          <a:ln/>
        </p:spPr>
        <p:txBody>
          <a:bodyPr wrap="square" lIns="0" tIns="0" rIns="0" bIns="0" rtlCol="0" anchor="ctr"/>
          <a:lstStyle/>
          <a:p>
            <a:pPr indent="0" marL="0">
              <a:buNone/>
            </a:pPr>
            <a:r>
              <a:rPr lang="en-US" sz="4000" b="1" dirty="0">
                <a:solidFill>
                  <a:srgbClr val="ECE8DF"/>
                </a:solidFill>
                <a:latin typeface="Cormorant Garamond" pitchFamily="34" charset="0"/>
                <a:ea typeface="Cormorant Garamond" pitchFamily="34" charset="-122"/>
                <a:cs typeface="Cormorant Garamond" pitchFamily="34" charset="-120"/>
              </a:rPr>
              <a:t>Lorem ipsum dolor sit amet consectetur</a:t>
            </a:r>
            <a:endParaRPr lang="en-US" sz="4000" dirty="0"/>
          </a:p>
        </p:txBody>
      </p:sp>
      <p:sp>
        <p:nvSpPr>
          <p:cNvPr id="8" name="Shape 6"/>
          <p:cNvSpPr/>
          <p:nvPr/>
        </p:nvSpPr>
        <p:spPr>
          <a:xfrm>
            <a:off x="548640" y="1874520"/>
            <a:ext cx="1097280" cy="0"/>
          </a:xfrm>
          <a:prstGeom prst="line">
            <a:avLst/>
          </a:prstGeom>
          <a:noFill/>
          <a:ln w="19050">
            <a:solidFill>
              <a:srgbClr val="C9A24A"/>
            </a:solidFill>
            <a:prstDash val="solid"/>
          </a:ln>
        </p:spPr>
      </p:sp>
      <p:sp>
        <p:nvSpPr>
          <p:cNvPr id="9" name="Text 7"/>
          <p:cNvSpPr/>
          <p:nvPr/>
        </p:nvSpPr>
        <p:spPr>
          <a:xfrm>
            <a:off x="548640" y="2148840"/>
            <a:ext cx="6675120" cy="3840480"/>
          </a:xfrm>
          <a:prstGeom prst="rect">
            <a:avLst/>
          </a:prstGeom>
          <a:noFill/>
          <a:ln/>
        </p:spPr>
        <p:txBody>
          <a:bodyPr wrap="square" lIns="0" tIns="0" rIns="0" bIns="0" rtlCol="0" anchor="t"/>
          <a:lstStyle/>
          <a:p>
            <a:pPr indent="0" marL="0">
              <a:lnSpc>
                <a:spcPct val="125000"/>
              </a:lnSpc>
              <a:buNone/>
            </a:pPr>
            <a:r>
              <a:rPr lang="en-US" sz="1700" dirty="0">
                <a:solidFill>
                  <a:srgbClr val="DDD8CC"/>
                </a:solidFill>
                <a:latin typeface="Source Serif 4" pitchFamily="34" charset="0"/>
                <a:ea typeface="Source Serif 4" pitchFamily="34" charset="-122"/>
                <a:cs typeface="Source Serif 4"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700" dirty="0"/>
          </a:p>
          <a:p>
            <a:pPr indent="0" marL="0">
              <a:lnSpc>
                <a:spcPct val="125000"/>
              </a:lnSpc>
              <a:buNone/>
            </a:pPr>
            <a:r>
              <a:rPr lang="en-US" sz="800" dirty="0">
                <a:solidFill>
                  <a:srgbClr val="DDD8CC"/>
                </a:solidFill>
                <a:latin typeface="Source Serif 4" pitchFamily="34" charset="0"/>
                <a:ea typeface="Source Serif 4" pitchFamily="34" charset="-122"/>
                <a:cs typeface="Source Serif 4" pitchFamily="34" charset="-120"/>
              </a:rPr>
              <a:t> </a:t>
            </a:r>
            <a:endParaRPr lang="en-US" sz="1700" dirty="0"/>
          </a:p>
          <a:p>
            <a:pPr indent="0" marL="0">
              <a:lnSpc>
                <a:spcPct val="125000"/>
              </a:lnSpc>
              <a:buNone/>
            </a:pPr>
            <a:r>
              <a:rPr lang="en-US" sz="1700" dirty="0">
                <a:solidFill>
                  <a:srgbClr val="DDD8CC"/>
                </a:solidFill>
                <a:latin typeface="Source Serif 4" pitchFamily="34" charset="0"/>
                <a:ea typeface="Source Serif 4" pitchFamily="34" charset="-122"/>
                <a:cs typeface="Source Serif 4" pitchFamily="34" charset="-120"/>
              </a:rPr>
              <a:t>Duis aute irure dolor in reprehenderit in voluptate velit esse cillum dolore eu fugiat nulla pariatur. Excepteur sint occaecat cupidatat non proident, sunt in culpa qui officia deserunt mollit anim.</a:t>
            </a:r>
            <a:endParaRPr lang="en-US" sz="1700" dirty="0"/>
          </a:p>
        </p:txBody>
      </p:sp>
      <p:sp>
        <p:nvSpPr>
          <p:cNvPr id="10" name="Shape 8"/>
          <p:cNvSpPr/>
          <p:nvPr/>
        </p:nvSpPr>
        <p:spPr>
          <a:xfrm>
            <a:off x="7772400" y="2148840"/>
            <a:ext cx="3840480" cy="3566160"/>
          </a:xfrm>
          <a:prstGeom prst="rect">
            <a:avLst/>
          </a:prstGeom>
          <a:solidFill>
            <a:srgbClr val="D9C9A3"/>
          </a:solidFill>
          <a:ln w="9525">
            <a:solidFill>
              <a:srgbClr val="B9A77F"/>
            </a:solidFill>
            <a:prstDash val="solid"/>
          </a:ln>
        </p:spPr>
      </p:sp>
      <p:sp>
        <p:nvSpPr>
          <p:cNvPr id="11" name="Text 9"/>
          <p:cNvSpPr/>
          <p:nvPr/>
        </p:nvSpPr>
        <p:spPr>
          <a:xfrm>
            <a:off x="8046720" y="2377440"/>
            <a:ext cx="3291840" cy="274320"/>
          </a:xfrm>
          <a:prstGeom prst="rect">
            <a:avLst/>
          </a:prstGeom>
          <a:noFill/>
          <a:ln/>
        </p:spPr>
        <p:txBody>
          <a:bodyPr wrap="square" lIns="0" tIns="0" rIns="0" bIns="0" rtlCol="0" anchor="ctr"/>
          <a:lstStyle/>
          <a:p>
            <a:pPr indent="0" marL="0">
              <a:buNone/>
            </a:pPr>
            <a:r>
              <a:rPr lang="en-US" sz="1000" b="1" spc="400" kern="0" dirty="0">
                <a:solidFill>
                  <a:srgbClr val="000000"/>
                </a:solidFill>
                <a:latin typeface="IBM Plex Mono" pitchFamily="34" charset="0"/>
                <a:ea typeface="IBM Plex Mono" pitchFamily="34" charset="-122"/>
                <a:cs typeface="IBM Plex Mono" pitchFamily="34" charset="-120"/>
              </a:rPr>
              <a:t>LOREM · CARIMBUM</a:t>
            </a:r>
            <a:endParaRPr lang="en-US" sz="1000" dirty="0"/>
          </a:p>
        </p:txBody>
      </p:sp>
      <p:sp>
        <p:nvSpPr>
          <p:cNvPr id="12" name="Shape 10"/>
          <p:cNvSpPr/>
          <p:nvPr/>
        </p:nvSpPr>
        <p:spPr>
          <a:xfrm>
            <a:off x="8046720" y="2743200"/>
            <a:ext cx="3291840" cy="0"/>
          </a:xfrm>
          <a:prstGeom prst="line">
            <a:avLst/>
          </a:prstGeom>
          <a:noFill/>
          <a:ln w="9525">
            <a:solidFill>
              <a:srgbClr val="B9A77F"/>
            </a:solidFill>
            <a:prstDash val="solid"/>
          </a:ln>
        </p:spPr>
      </p:sp>
      <p:sp>
        <p:nvSpPr>
          <p:cNvPr id="13" name="Text 11"/>
          <p:cNvSpPr/>
          <p:nvPr/>
        </p:nvSpPr>
        <p:spPr>
          <a:xfrm>
            <a:off x="8046720" y="2880360"/>
            <a:ext cx="3291840" cy="1828800"/>
          </a:xfrm>
          <a:prstGeom prst="rect">
            <a:avLst/>
          </a:prstGeom>
          <a:noFill/>
          <a:ln/>
        </p:spPr>
        <p:txBody>
          <a:bodyPr wrap="square" lIns="0" tIns="0" rIns="0" bIns="0" rtlCol="0" anchor="t"/>
          <a:lstStyle/>
          <a:p>
            <a:pPr indent="0" marL="0">
              <a:lnSpc>
                <a:spcPct val="120000"/>
              </a:lnSpc>
              <a:buNone/>
            </a:pPr>
            <a:r>
              <a:rPr lang="en-US" sz="1200" dirty="0">
                <a:solidFill>
                  <a:srgbClr val="2A261D"/>
                </a:solidFill>
                <a:latin typeface="IBM Plex Mono" pitchFamily="34" charset="0"/>
                <a:ea typeface="IBM Plex Mono" pitchFamily="34" charset="-122"/>
                <a:cs typeface="IBM Plex Mono" pitchFamily="34" charset="-120"/>
              </a:rPr>
              <a:t>Lorem ipsum: dolor sit amet, consectetur adipiscing elit. Sed do eiusmod tempor incididunt ut labore et dolore magna aliqua ut enim.</a:t>
            </a:r>
            <a:endParaRPr lang="en-US" sz="1200" dirty="0"/>
          </a:p>
        </p:txBody>
      </p:sp>
      <p:sp>
        <p:nvSpPr>
          <p:cNvPr id="14" name="Text 12"/>
          <p:cNvSpPr/>
          <p:nvPr/>
        </p:nvSpPr>
        <p:spPr>
          <a:xfrm>
            <a:off x="8046720" y="5120640"/>
            <a:ext cx="3291840" cy="274320"/>
          </a:xfrm>
          <a:prstGeom prst="rect">
            <a:avLst/>
          </a:prstGeom>
          <a:noFill/>
          <a:ln/>
        </p:spPr>
        <p:txBody>
          <a:bodyPr wrap="square" lIns="0" tIns="0" rIns="0" bIns="0" rtlCol="0" anchor="ctr"/>
          <a:lstStyle/>
          <a:p>
            <a:pPr indent="0" marL="0">
              <a:buNone/>
            </a:pPr>
            <a:r>
              <a:rPr lang="en-US" sz="1000" spc="200" kern="0" dirty="0">
                <a:solidFill>
                  <a:srgbClr val="2A261D"/>
                </a:solidFill>
                <a:latin typeface="IBM Plex Mono" pitchFamily="34" charset="0"/>
                <a:ea typeface="IBM Plex Mono" pitchFamily="34" charset="-122"/>
                <a:cs typeface="IBM Plex Mono" pitchFamily="34" charset="-120"/>
              </a:rPr>
              <a:t>REF. LOREM-000/00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D10"/>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000" b="1" spc="400" kern="0" dirty="0">
                <a:solidFill>
                  <a:srgbClr val="C9A24A"/>
                </a:solidFill>
                <a:latin typeface="IBM Plex Mono" pitchFamily="34" charset="0"/>
                <a:ea typeface="IBM Plex Mono" pitchFamily="34" charset="-122"/>
                <a:cs typeface="IBM Plex Mono" pitchFamily="34" charset="-120"/>
              </a:rPr>
              <a:t>LOREM IPSUM · DUAE COLUMNAE</a:t>
            </a:r>
            <a:endParaRPr lang="en-US" sz="1000" dirty="0"/>
          </a:p>
        </p:txBody>
      </p:sp>
      <p:sp>
        <p:nvSpPr>
          <p:cNvPr id="3" name="Text 1"/>
          <p:cNvSpPr/>
          <p:nvPr/>
        </p:nvSpPr>
        <p:spPr>
          <a:xfrm>
            <a:off x="10728655" y="292608"/>
            <a:ext cx="914400" cy="274320"/>
          </a:xfrm>
          <a:prstGeom prst="rect">
            <a:avLst/>
          </a:prstGeom>
          <a:noFill/>
          <a:ln/>
        </p:spPr>
        <p:txBody>
          <a:bodyPr wrap="square" lIns="0" tIns="0" rIns="0" bIns="0" rtlCol="0" anchor="ctr"/>
          <a:lstStyle/>
          <a:p>
            <a:pPr algn="r" indent="0" marL="0">
              <a:buNone/>
            </a:pPr>
            <a:r>
              <a:rPr lang="en-US" sz="1000" dirty="0">
                <a:solidFill>
                  <a:srgbClr val="9A958A"/>
                </a:solidFill>
                <a:latin typeface="IBM Plex Mono" pitchFamily="34" charset="0"/>
                <a:ea typeface="IBM Plex Mono" pitchFamily="34" charset="-122"/>
                <a:cs typeface="IBM Plex Mono" pitchFamily="34" charset="-120"/>
              </a:rPr>
              <a:t>04</a:t>
            </a:r>
            <a:endParaRPr lang="en-US" sz="1000" dirty="0"/>
          </a:p>
        </p:txBody>
      </p:sp>
      <p:sp>
        <p:nvSpPr>
          <p:cNvPr id="4" name="Shape 2"/>
          <p:cNvSpPr/>
          <p:nvPr/>
        </p:nvSpPr>
        <p:spPr>
          <a:xfrm>
            <a:off x="548640" y="658368"/>
            <a:ext cx="11094415" cy="0"/>
          </a:xfrm>
          <a:prstGeom prst="line">
            <a:avLst/>
          </a:prstGeom>
          <a:noFill/>
          <a:ln w="9525">
            <a:solidFill>
              <a:srgbClr val="2C2F37"/>
            </a:solidFill>
            <a:prstDash val="solid"/>
          </a:ln>
        </p:spPr>
      </p:sp>
      <p:sp>
        <p:nvSpPr>
          <p:cNvPr id="5" name="Text 3"/>
          <p:cNvSpPr/>
          <p:nvPr/>
        </p:nvSpPr>
        <p:spPr>
          <a:xfrm>
            <a:off x="548640" y="6419088"/>
            <a:ext cx="5486400" cy="228600"/>
          </a:xfrm>
          <a:prstGeom prst="rect">
            <a:avLst/>
          </a:prstGeom>
          <a:noFill/>
          <a:ln/>
        </p:spPr>
        <p:txBody>
          <a:bodyPr wrap="square" lIns="0" tIns="0" rIns="0" bIns="0" rtlCol="0" anchor="ctr"/>
          <a:lstStyle/>
          <a:p>
            <a:pPr indent="0" marL="0">
              <a:buNone/>
            </a:pPr>
            <a:r>
              <a:rPr lang="en-US" sz="900" spc="300" kern="0" dirty="0">
                <a:solidFill>
                  <a:srgbClr val="9A958A"/>
                </a:solidFill>
                <a:latin typeface="IBM Plex Mono" pitchFamily="34" charset="0"/>
                <a:ea typeface="IBM Plex Mono" pitchFamily="34" charset="-122"/>
                <a:cs typeface="IBM Plex Mono" pitchFamily="34" charset="-120"/>
              </a:rPr>
              <a:t>LOREM IPSUM · DOLOR SIT AMET</a:t>
            </a:r>
            <a:endParaRPr lang="en-US" sz="900" dirty="0"/>
          </a:p>
        </p:txBody>
      </p:sp>
      <p:sp>
        <p:nvSpPr>
          <p:cNvPr id="6" name="Shape 4"/>
          <p:cNvSpPr/>
          <p:nvPr/>
        </p:nvSpPr>
        <p:spPr>
          <a:xfrm>
            <a:off x="9814255" y="6528816"/>
            <a:ext cx="1828800" cy="0"/>
          </a:xfrm>
          <a:prstGeom prst="line">
            <a:avLst/>
          </a:prstGeom>
          <a:noFill/>
          <a:ln w="9525">
            <a:solidFill>
              <a:srgbClr val="C9A24A"/>
            </a:solidFill>
            <a:prstDash val="solid"/>
          </a:ln>
        </p:spPr>
      </p:sp>
      <p:sp>
        <p:nvSpPr>
          <p:cNvPr id="7" name="Text 5"/>
          <p:cNvSpPr/>
          <p:nvPr/>
        </p:nvSpPr>
        <p:spPr>
          <a:xfrm>
            <a:off x="548640" y="960120"/>
            <a:ext cx="10972800" cy="822960"/>
          </a:xfrm>
          <a:prstGeom prst="rect">
            <a:avLst/>
          </a:prstGeom>
          <a:noFill/>
          <a:ln/>
        </p:spPr>
        <p:txBody>
          <a:bodyPr wrap="square" lIns="0" tIns="0" rIns="0" bIns="0" rtlCol="0" anchor="ctr"/>
          <a:lstStyle/>
          <a:p>
            <a:pPr indent="0" marL="0">
              <a:buNone/>
            </a:pPr>
            <a:r>
              <a:rPr lang="en-US" sz="4000" b="1" dirty="0">
                <a:solidFill>
                  <a:srgbClr val="ECE8DF"/>
                </a:solidFill>
                <a:latin typeface="Cormorant Garamond" pitchFamily="34" charset="0"/>
                <a:ea typeface="Cormorant Garamond" pitchFamily="34" charset="-122"/>
                <a:cs typeface="Cormorant Garamond" pitchFamily="34" charset="-120"/>
              </a:rPr>
              <a:t>Lorem ipsum </a:t>
            </a:r>
            <a:pPr indent="0" marL="0">
              <a:buNone/>
            </a:pPr>
            <a:r>
              <a:rPr lang="en-US" sz="4000" b="1" i="1" dirty="0">
                <a:solidFill>
                  <a:srgbClr val="E6C97A"/>
                </a:solidFill>
                <a:latin typeface="Cormorant Garamond" pitchFamily="34" charset="0"/>
                <a:ea typeface="Cormorant Garamond" pitchFamily="34" charset="-122"/>
                <a:cs typeface="Cormorant Garamond" pitchFamily="34" charset="-120"/>
              </a:rPr>
              <a:t>dolor sit amet</a:t>
            </a:r>
            <a:endParaRPr lang="en-US" sz="4000" dirty="0"/>
          </a:p>
        </p:txBody>
      </p:sp>
      <p:sp>
        <p:nvSpPr>
          <p:cNvPr id="8" name="Text 6"/>
          <p:cNvSpPr/>
          <p:nvPr/>
        </p:nvSpPr>
        <p:spPr>
          <a:xfrm>
            <a:off x="548640" y="2057400"/>
            <a:ext cx="5120640" cy="274320"/>
          </a:xfrm>
          <a:prstGeom prst="rect">
            <a:avLst/>
          </a:prstGeom>
          <a:noFill/>
          <a:ln/>
        </p:spPr>
        <p:txBody>
          <a:bodyPr wrap="square" lIns="0" tIns="0" rIns="0" bIns="0" rtlCol="0" anchor="ctr"/>
          <a:lstStyle/>
          <a:p>
            <a:pPr indent="0" marL="0">
              <a:buNone/>
            </a:pPr>
            <a:r>
              <a:rPr lang="en-US" sz="1000" b="1" spc="300" kern="0" dirty="0">
                <a:solidFill>
                  <a:srgbClr val="D9C9A3"/>
                </a:solidFill>
                <a:latin typeface="IBM Plex Mono" pitchFamily="34" charset="0"/>
                <a:ea typeface="IBM Plex Mono" pitchFamily="34" charset="-122"/>
                <a:cs typeface="IBM Plex Mono" pitchFamily="34" charset="-120"/>
              </a:rPr>
              <a:t>LOREM · I</a:t>
            </a:r>
            <a:endParaRPr lang="en-US" sz="1000" dirty="0"/>
          </a:p>
        </p:txBody>
      </p:sp>
      <p:sp>
        <p:nvSpPr>
          <p:cNvPr id="9" name="Text 7"/>
          <p:cNvSpPr/>
          <p:nvPr/>
        </p:nvSpPr>
        <p:spPr>
          <a:xfrm>
            <a:off x="548640" y="2377440"/>
            <a:ext cx="5120640" cy="548640"/>
          </a:xfrm>
          <a:prstGeom prst="rect">
            <a:avLst/>
          </a:prstGeom>
          <a:noFill/>
          <a:ln/>
        </p:spPr>
        <p:txBody>
          <a:bodyPr wrap="square" lIns="0" tIns="0" rIns="0" bIns="0" rtlCol="0" anchor="ctr"/>
          <a:lstStyle/>
          <a:p>
            <a:pPr indent="0" marL="0">
              <a:buNone/>
            </a:pPr>
            <a:r>
              <a:rPr lang="en-US" sz="2600" b="1" dirty="0">
                <a:solidFill>
                  <a:srgbClr val="E6C97A"/>
                </a:solidFill>
                <a:latin typeface="Cormorant Garamond" pitchFamily="34" charset="0"/>
                <a:ea typeface="Cormorant Garamond" pitchFamily="34" charset="-122"/>
                <a:cs typeface="Cormorant Garamond" pitchFamily="34" charset="-120"/>
              </a:rPr>
              <a:t>Consectetur adipiscing</a:t>
            </a:r>
            <a:endParaRPr lang="en-US" sz="2600" dirty="0"/>
          </a:p>
        </p:txBody>
      </p:sp>
      <p:sp>
        <p:nvSpPr>
          <p:cNvPr id="10" name="Shape 8"/>
          <p:cNvSpPr/>
          <p:nvPr/>
        </p:nvSpPr>
        <p:spPr>
          <a:xfrm>
            <a:off x="548640" y="3017520"/>
            <a:ext cx="5120640" cy="0"/>
          </a:xfrm>
          <a:prstGeom prst="line">
            <a:avLst/>
          </a:prstGeom>
          <a:noFill/>
          <a:ln w="9525">
            <a:solidFill>
              <a:srgbClr val="2C2F37"/>
            </a:solidFill>
            <a:prstDash val="solid"/>
          </a:ln>
        </p:spPr>
      </p:sp>
      <p:sp>
        <p:nvSpPr>
          <p:cNvPr id="11" name="Text 9"/>
          <p:cNvSpPr/>
          <p:nvPr/>
        </p:nvSpPr>
        <p:spPr>
          <a:xfrm>
            <a:off x="548640" y="3200400"/>
            <a:ext cx="5120640" cy="2651760"/>
          </a:xfrm>
          <a:prstGeom prst="rect">
            <a:avLst/>
          </a:prstGeom>
          <a:noFill/>
          <a:ln/>
        </p:spPr>
        <p:txBody>
          <a:bodyPr wrap="square" lIns="0" tIns="0" rIns="0" bIns="0" rtlCol="0" anchor="t"/>
          <a:lstStyle/>
          <a:p>
            <a:pPr indent="0" marL="0">
              <a:lnSpc>
                <a:spcPct val="125000"/>
              </a:lnSpc>
              <a:buNone/>
            </a:pPr>
            <a:r>
              <a:rPr lang="en-US" sz="1600" dirty="0">
                <a:solidFill>
                  <a:srgbClr val="DDD8CC"/>
                </a:solidFill>
                <a:latin typeface="Source Serif 4" pitchFamily="34" charset="0"/>
                <a:ea typeface="Source Serif 4" pitchFamily="34" charset="-122"/>
                <a:cs typeface="Source Serif 4"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600" dirty="0"/>
          </a:p>
        </p:txBody>
      </p:sp>
      <p:sp>
        <p:nvSpPr>
          <p:cNvPr id="12" name="Text 10"/>
          <p:cNvSpPr/>
          <p:nvPr/>
        </p:nvSpPr>
        <p:spPr>
          <a:xfrm>
            <a:off x="6492240" y="2057400"/>
            <a:ext cx="5120640" cy="274320"/>
          </a:xfrm>
          <a:prstGeom prst="rect">
            <a:avLst/>
          </a:prstGeom>
          <a:noFill/>
          <a:ln/>
        </p:spPr>
        <p:txBody>
          <a:bodyPr wrap="square" lIns="0" tIns="0" rIns="0" bIns="0" rtlCol="0" anchor="ctr"/>
          <a:lstStyle/>
          <a:p>
            <a:pPr indent="0" marL="0">
              <a:buNone/>
            </a:pPr>
            <a:r>
              <a:rPr lang="en-US" sz="1000" b="1" spc="300" kern="0" dirty="0">
                <a:solidFill>
                  <a:srgbClr val="D9C9A3"/>
                </a:solidFill>
                <a:latin typeface="IBM Plex Mono" pitchFamily="34" charset="0"/>
                <a:ea typeface="IBM Plex Mono" pitchFamily="34" charset="-122"/>
                <a:cs typeface="IBM Plex Mono" pitchFamily="34" charset="-120"/>
              </a:rPr>
              <a:t>LOREM · II</a:t>
            </a:r>
            <a:endParaRPr lang="en-US" sz="1000" dirty="0"/>
          </a:p>
        </p:txBody>
      </p:sp>
      <p:sp>
        <p:nvSpPr>
          <p:cNvPr id="13" name="Text 11"/>
          <p:cNvSpPr/>
          <p:nvPr/>
        </p:nvSpPr>
        <p:spPr>
          <a:xfrm>
            <a:off x="6492240" y="2377440"/>
            <a:ext cx="5120640" cy="548640"/>
          </a:xfrm>
          <a:prstGeom prst="rect">
            <a:avLst/>
          </a:prstGeom>
          <a:noFill/>
          <a:ln/>
        </p:spPr>
        <p:txBody>
          <a:bodyPr wrap="square" lIns="0" tIns="0" rIns="0" bIns="0" rtlCol="0" anchor="ctr"/>
          <a:lstStyle/>
          <a:p>
            <a:pPr indent="0" marL="0">
              <a:buNone/>
            </a:pPr>
            <a:r>
              <a:rPr lang="en-US" sz="2600" b="1" dirty="0">
                <a:solidFill>
                  <a:srgbClr val="E6C97A"/>
                </a:solidFill>
                <a:latin typeface="Cormorant Garamond" pitchFamily="34" charset="0"/>
                <a:ea typeface="Cormorant Garamond" pitchFamily="34" charset="-122"/>
                <a:cs typeface="Cormorant Garamond" pitchFamily="34" charset="-120"/>
              </a:rPr>
              <a:t>Sed do eiusmod tempor</a:t>
            </a:r>
            <a:endParaRPr lang="en-US" sz="2600" dirty="0"/>
          </a:p>
        </p:txBody>
      </p:sp>
      <p:sp>
        <p:nvSpPr>
          <p:cNvPr id="14" name="Shape 12"/>
          <p:cNvSpPr/>
          <p:nvPr/>
        </p:nvSpPr>
        <p:spPr>
          <a:xfrm>
            <a:off x="6492240" y="3017520"/>
            <a:ext cx="5120640" cy="0"/>
          </a:xfrm>
          <a:prstGeom prst="line">
            <a:avLst/>
          </a:prstGeom>
          <a:noFill/>
          <a:ln w="9525">
            <a:solidFill>
              <a:srgbClr val="2C2F37"/>
            </a:solidFill>
            <a:prstDash val="solid"/>
          </a:ln>
        </p:spPr>
      </p:sp>
      <p:sp>
        <p:nvSpPr>
          <p:cNvPr id="15" name="Text 13"/>
          <p:cNvSpPr/>
          <p:nvPr/>
        </p:nvSpPr>
        <p:spPr>
          <a:xfrm>
            <a:off x="6492240" y="3200400"/>
            <a:ext cx="5120640" cy="2651760"/>
          </a:xfrm>
          <a:prstGeom prst="rect">
            <a:avLst/>
          </a:prstGeom>
          <a:noFill/>
          <a:ln/>
        </p:spPr>
        <p:txBody>
          <a:bodyPr wrap="square" lIns="0" tIns="0" rIns="0" bIns="0" rtlCol="0" anchor="t"/>
          <a:lstStyle/>
          <a:p>
            <a:pPr indent="0" marL="0">
              <a:lnSpc>
                <a:spcPct val="125000"/>
              </a:lnSpc>
              <a:buNone/>
            </a:pPr>
            <a:r>
              <a:rPr lang="en-US" sz="1600" dirty="0">
                <a:solidFill>
                  <a:srgbClr val="DDD8CC"/>
                </a:solidFill>
                <a:latin typeface="Source Serif 4" pitchFamily="34" charset="0"/>
                <a:ea typeface="Source Serif 4" pitchFamily="34" charset="-122"/>
                <a:cs typeface="Source Serif 4"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600" dirty="0"/>
          </a:p>
        </p:txBody>
      </p:sp>
      <p:sp>
        <p:nvSpPr>
          <p:cNvPr id="16" name="Shape 14"/>
          <p:cNvSpPr/>
          <p:nvPr/>
        </p:nvSpPr>
        <p:spPr>
          <a:xfrm>
            <a:off x="6089904" y="2103120"/>
            <a:ext cx="0" cy="3749040"/>
          </a:xfrm>
          <a:prstGeom prst="line">
            <a:avLst/>
          </a:prstGeom>
          <a:noFill/>
          <a:ln w="9525">
            <a:solidFill>
              <a:srgbClr val="C9A24A">
                <a:alpha val="60000"/>
              </a:srgbClr>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2191695" cy="5669280"/>
          </a:xfrm>
          <a:prstGeom prst="rect">
            <a:avLst/>
          </a:prstGeom>
          <a:solidFill>
            <a:srgbClr val="14161B"/>
          </a:solidFill>
          <a:ln w="9525">
            <a:solidFill>
              <a:srgbClr val="C9A24A"/>
            </a:solidFill>
            <a:prstDash val="solid"/>
          </a:ln>
        </p:spPr>
      </p:sp>
      <p:sp>
        <p:nvSpPr>
          <p:cNvPr id="3" name="Shape 1"/>
          <p:cNvSpPr/>
          <p:nvPr/>
        </p:nvSpPr>
        <p:spPr>
          <a:xfrm>
            <a:off x="5912968" y="2514600"/>
            <a:ext cx="365760" cy="0"/>
          </a:xfrm>
          <a:prstGeom prst="line">
            <a:avLst/>
          </a:prstGeom>
          <a:noFill/>
          <a:ln w="9525">
            <a:solidFill>
              <a:srgbClr val="C9A24A">
                <a:alpha val="60000"/>
              </a:srgbClr>
            </a:solidFill>
            <a:prstDash val="solid"/>
          </a:ln>
        </p:spPr>
      </p:sp>
      <p:sp>
        <p:nvSpPr>
          <p:cNvPr id="4" name="Shape 2"/>
          <p:cNvSpPr/>
          <p:nvPr/>
        </p:nvSpPr>
        <p:spPr>
          <a:xfrm>
            <a:off x="6095848" y="2331720"/>
            <a:ext cx="0" cy="365760"/>
          </a:xfrm>
          <a:prstGeom prst="line">
            <a:avLst/>
          </a:prstGeom>
          <a:noFill/>
          <a:ln w="9525">
            <a:solidFill>
              <a:srgbClr val="C9A24A">
                <a:alpha val="60000"/>
              </a:srgbClr>
            </a:solidFill>
            <a:prstDash val="solid"/>
          </a:ln>
        </p:spPr>
      </p:sp>
      <p:sp>
        <p:nvSpPr>
          <p:cNvPr id="5" name="Text 3"/>
          <p:cNvSpPr/>
          <p:nvPr/>
        </p:nvSpPr>
        <p:spPr>
          <a:xfrm>
            <a:off x="0" y="2743200"/>
            <a:ext cx="12191695" cy="320040"/>
          </a:xfrm>
          <a:prstGeom prst="rect">
            <a:avLst/>
          </a:prstGeom>
          <a:noFill/>
          <a:ln/>
        </p:spPr>
        <p:txBody>
          <a:bodyPr wrap="square" lIns="0" tIns="0" rIns="0" bIns="0" rtlCol="0" anchor="ctr"/>
          <a:lstStyle/>
          <a:p>
            <a:pPr algn="ctr" indent="0" marL="0">
              <a:buNone/>
            </a:pPr>
            <a:r>
              <a:rPr lang="en-US" sz="1000" spc="300" kern="0" dirty="0">
                <a:solidFill>
                  <a:srgbClr val="9A958A"/>
                </a:solidFill>
                <a:latin typeface="IBM Plex Mono" pitchFamily="34" charset="0"/>
                <a:ea typeface="IBM Plex Mono" pitchFamily="34" charset="-122"/>
                <a:cs typeface="IBM Plex Mono" pitchFamily="34" charset="-120"/>
              </a:rPr>
              <a:t>[ LOREM IPSUM · IMAGO ]</a:t>
            </a:r>
            <a:endParaRPr lang="en-US" sz="1000" dirty="0"/>
          </a:p>
        </p:txBody>
      </p:sp>
      <p:sp>
        <p:nvSpPr>
          <p:cNvPr id="6" name="Shape 4"/>
          <p:cNvSpPr/>
          <p:nvPr/>
        </p:nvSpPr>
        <p:spPr>
          <a:xfrm>
            <a:off x="0" y="4754880"/>
            <a:ext cx="12191695" cy="914400"/>
          </a:xfrm>
          <a:prstGeom prst="rect">
            <a:avLst/>
          </a:prstGeom>
          <a:solidFill>
            <a:srgbClr val="0C0D10">
              <a:alpha val="75000"/>
            </a:srgbClr>
          </a:solidFill>
          <a:ln/>
        </p:spPr>
      </p:sp>
      <p:sp>
        <p:nvSpPr>
          <p:cNvPr id="7" name="Text 5"/>
          <p:cNvSpPr/>
          <p:nvPr/>
        </p:nvSpPr>
        <p:spPr>
          <a:xfrm>
            <a:off x="548640" y="5029200"/>
            <a:ext cx="1645920" cy="329184"/>
          </a:xfrm>
          <a:prstGeom prst="rect">
            <a:avLst/>
          </a:prstGeom>
          <a:solidFill>
            <a:srgbClr val="D9C9A3"/>
          </a:solidFill>
          <a:ln w="9525">
            <a:solidFill>
              <a:srgbClr val="B9A77F"/>
            </a:solidFill>
          </a:ln>
        </p:spPr>
        <p:txBody>
          <a:bodyPr wrap="square" lIns="0" tIns="0" rIns="0" bIns="0" rtlCol="0" anchor="ctr"/>
          <a:lstStyle/>
          <a:p>
            <a:pPr algn="ctr" indent="0" marL="0">
              <a:buNone/>
            </a:pPr>
            <a:r>
              <a:rPr lang="en-US" sz="1000" b="1" spc="300" kern="0" dirty="0">
                <a:solidFill>
                  <a:srgbClr val="0C0D10"/>
                </a:solidFill>
                <a:latin typeface="IBM Plex Mono" pitchFamily="34" charset="0"/>
                <a:ea typeface="IBM Plex Mono" pitchFamily="34" charset="-122"/>
                <a:cs typeface="IBM Plex Mono" pitchFamily="34" charset="-120"/>
              </a:rPr>
              <a:t>FIGURA · 00</a:t>
            </a:r>
            <a:endParaRPr lang="en-US" sz="1000" dirty="0"/>
          </a:p>
        </p:txBody>
      </p:sp>
      <p:sp>
        <p:nvSpPr>
          <p:cNvPr id="8" name="Text 6"/>
          <p:cNvSpPr/>
          <p:nvPr/>
        </p:nvSpPr>
        <p:spPr>
          <a:xfrm>
            <a:off x="2468880" y="4956048"/>
            <a:ext cx="9144000" cy="457200"/>
          </a:xfrm>
          <a:prstGeom prst="rect">
            <a:avLst/>
          </a:prstGeom>
          <a:noFill/>
          <a:ln/>
        </p:spPr>
        <p:txBody>
          <a:bodyPr wrap="square" lIns="0" tIns="0" rIns="0" bIns="0" rtlCol="0" anchor="ctr"/>
          <a:lstStyle/>
          <a:p>
            <a:pPr indent="0" marL="0">
              <a:buNone/>
            </a:pPr>
            <a:r>
              <a:rPr lang="en-US" sz="2600" b="1" i="1" dirty="0">
                <a:solidFill>
                  <a:srgbClr val="ECE8DF"/>
                </a:solidFill>
                <a:latin typeface="Cormorant Garamond" pitchFamily="34" charset="0"/>
                <a:ea typeface="Cormorant Garamond" pitchFamily="34" charset="-122"/>
                <a:cs typeface="Cormorant Garamond" pitchFamily="34" charset="-120"/>
              </a:rPr>
              <a:t>Lorem ipsum dolor sit amet, consectetur adipiscing elit</a:t>
            </a:r>
            <a:endParaRPr lang="en-US" sz="2600" dirty="0"/>
          </a:p>
        </p:txBody>
      </p:sp>
      <p:sp>
        <p:nvSpPr>
          <p:cNvPr id="9" name="Text 7"/>
          <p:cNvSpPr/>
          <p:nvPr/>
        </p:nvSpPr>
        <p:spPr>
          <a:xfrm>
            <a:off x="548640" y="5870448"/>
            <a:ext cx="8229600" cy="274320"/>
          </a:xfrm>
          <a:prstGeom prst="rect">
            <a:avLst/>
          </a:prstGeom>
          <a:noFill/>
          <a:ln/>
        </p:spPr>
        <p:txBody>
          <a:bodyPr wrap="square" lIns="0" tIns="0" rIns="0" bIns="0" rtlCol="0" anchor="ctr"/>
          <a:lstStyle/>
          <a:p>
            <a:pPr indent="0" marL="0">
              <a:buNone/>
            </a:pPr>
            <a:r>
              <a:rPr lang="en-US" sz="1200" i="1" dirty="0">
                <a:solidFill>
                  <a:srgbClr val="CFC8B8"/>
                </a:solidFill>
                <a:latin typeface="Source Serif 4" pitchFamily="34" charset="0"/>
                <a:ea typeface="Source Serif 4" pitchFamily="34" charset="-122"/>
                <a:cs typeface="Source Serif 4" pitchFamily="34" charset="-120"/>
              </a:rPr>
              <a:t>Lorem ipsum dolor sit amet, 00 lorem 0000. Sed do eiusmod tempor incididunt.</a:t>
            </a:r>
            <a:endParaRPr lang="en-US" sz="1200" dirty="0"/>
          </a:p>
        </p:txBody>
      </p:sp>
      <p:sp>
        <p:nvSpPr>
          <p:cNvPr id="10" name="Text 8"/>
          <p:cNvSpPr/>
          <p:nvPr/>
        </p:nvSpPr>
        <p:spPr>
          <a:xfrm>
            <a:off x="548640" y="6172200"/>
            <a:ext cx="8229600" cy="274320"/>
          </a:xfrm>
          <a:prstGeom prst="rect">
            <a:avLst/>
          </a:prstGeom>
          <a:noFill/>
          <a:ln/>
        </p:spPr>
        <p:txBody>
          <a:bodyPr wrap="square" lIns="0" tIns="0" rIns="0" bIns="0" rtlCol="0" anchor="ctr"/>
          <a:lstStyle/>
          <a:p>
            <a:pPr indent="0" marL="0">
              <a:buNone/>
            </a:pPr>
            <a:r>
              <a:rPr lang="en-US" sz="900" dirty="0">
                <a:solidFill>
                  <a:srgbClr val="9A958A"/>
                </a:solidFill>
                <a:latin typeface="IBM Plex Mono" pitchFamily="34" charset="0"/>
                <a:ea typeface="IBM Plex Mono" pitchFamily="34" charset="-122"/>
                <a:cs typeface="IBM Plex Mono" pitchFamily="34" charset="-120"/>
              </a:rPr>
              <a:t>Imago: Lorem ipsum · Fundus dolor sit · Archivum amet · Licentia lorem</a:t>
            </a:r>
            <a:endParaRPr lang="en-US" sz="900" dirty="0"/>
          </a:p>
        </p:txBody>
      </p:sp>
      <p:sp>
        <p:nvSpPr>
          <p:cNvPr id="11" name="Text 9"/>
          <p:cNvSpPr/>
          <p:nvPr/>
        </p:nvSpPr>
        <p:spPr>
          <a:xfrm>
            <a:off x="10728655" y="6035040"/>
            <a:ext cx="914400" cy="274320"/>
          </a:xfrm>
          <a:prstGeom prst="rect">
            <a:avLst/>
          </a:prstGeom>
          <a:noFill/>
          <a:ln/>
        </p:spPr>
        <p:txBody>
          <a:bodyPr wrap="square" lIns="0" tIns="0" rIns="0" bIns="0" rtlCol="0" anchor="ctr"/>
          <a:lstStyle/>
          <a:p>
            <a:pPr algn="r" indent="0" marL="0">
              <a:buNone/>
            </a:pPr>
            <a:r>
              <a:rPr lang="en-US" sz="1000" dirty="0">
                <a:solidFill>
                  <a:srgbClr val="9A958A"/>
                </a:solidFill>
                <a:latin typeface="IBM Plex Mono" pitchFamily="34" charset="0"/>
                <a:ea typeface="IBM Plex Mono" pitchFamily="34" charset="-122"/>
                <a:cs typeface="IBM Plex Mono"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D10"/>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000" b="1" spc="400" kern="0" dirty="0">
                <a:solidFill>
                  <a:srgbClr val="C9A24A"/>
                </a:solidFill>
                <a:latin typeface="IBM Plex Mono" pitchFamily="34" charset="0"/>
                <a:ea typeface="IBM Plex Mono" pitchFamily="34" charset="-122"/>
                <a:cs typeface="IBM Plex Mono" pitchFamily="34" charset="-120"/>
              </a:rPr>
              <a:t>LOREM IPSUM · FIGURA ET TEXTUS</a:t>
            </a:r>
            <a:endParaRPr lang="en-US" sz="1000" dirty="0"/>
          </a:p>
        </p:txBody>
      </p:sp>
      <p:sp>
        <p:nvSpPr>
          <p:cNvPr id="3" name="Text 1"/>
          <p:cNvSpPr/>
          <p:nvPr/>
        </p:nvSpPr>
        <p:spPr>
          <a:xfrm>
            <a:off x="10728655" y="292608"/>
            <a:ext cx="914400" cy="274320"/>
          </a:xfrm>
          <a:prstGeom prst="rect">
            <a:avLst/>
          </a:prstGeom>
          <a:noFill/>
          <a:ln/>
        </p:spPr>
        <p:txBody>
          <a:bodyPr wrap="square" lIns="0" tIns="0" rIns="0" bIns="0" rtlCol="0" anchor="ctr"/>
          <a:lstStyle/>
          <a:p>
            <a:pPr algn="r" indent="0" marL="0">
              <a:buNone/>
            </a:pPr>
            <a:r>
              <a:rPr lang="en-US" sz="1000" dirty="0">
                <a:solidFill>
                  <a:srgbClr val="9A958A"/>
                </a:solidFill>
                <a:latin typeface="IBM Plex Mono" pitchFamily="34" charset="0"/>
                <a:ea typeface="IBM Plex Mono" pitchFamily="34" charset="-122"/>
                <a:cs typeface="IBM Plex Mono" pitchFamily="34" charset="-120"/>
              </a:rPr>
              <a:t>06</a:t>
            </a:r>
            <a:endParaRPr lang="en-US" sz="1000" dirty="0"/>
          </a:p>
        </p:txBody>
      </p:sp>
      <p:sp>
        <p:nvSpPr>
          <p:cNvPr id="4" name="Shape 2"/>
          <p:cNvSpPr/>
          <p:nvPr/>
        </p:nvSpPr>
        <p:spPr>
          <a:xfrm>
            <a:off x="548640" y="658368"/>
            <a:ext cx="11094415" cy="0"/>
          </a:xfrm>
          <a:prstGeom prst="line">
            <a:avLst/>
          </a:prstGeom>
          <a:noFill/>
          <a:ln w="9525">
            <a:solidFill>
              <a:srgbClr val="2C2F37"/>
            </a:solidFill>
            <a:prstDash val="solid"/>
          </a:ln>
        </p:spPr>
      </p:sp>
      <p:sp>
        <p:nvSpPr>
          <p:cNvPr id="5" name="Text 3"/>
          <p:cNvSpPr/>
          <p:nvPr/>
        </p:nvSpPr>
        <p:spPr>
          <a:xfrm>
            <a:off x="548640" y="6419088"/>
            <a:ext cx="5486400" cy="228600"/>
          </a:xfrm>
          <a:prstGeom prst="rect">
            <a:avLst/>
          </a:prstGeom>
          <a:noFill/>
          <a:ln/>
        </p:spPr>
        <p:txBody>
          <a:bodyPr wrap="square" lIns="0" tIns="0" rIns="0" bIns="0" rtlCol="0" anchor="ctr"/>
          <a:lstStyle/>
          <a:p>
            <a:pPr indent="0" marL="0">
              <a:buNone/>
            </a:pPr>
            <a:r>
              <a:rPr lang="en-US" sz="900" spc="300" kern="0" dirty="0">
                <a:solidFill>
                  <a:srgbClr val="9A958A"/>
                </a:solidFill>
                <a:latin typeface="IBM Plex Mono" pitchFamily="34" charset="0"/>
                <a:ea typeface="IBM Plex Mono" pitchFamily="34" charset="-122"/>
                <a:cs typeface="IBM Plex Mono" pitchFamily="34" charset="-120"/>
              </a:rPr>
              <a:t>LOREM IPSUM · DOLOR SIT AMET</a:t>
            </a:r>
            <a:endParaRPr lang="en-US" sz="900" dirty="0"/>
          </a:p>
        </p:txBody>
      </p:sp>
      <p:sp>
        <p:nvSpPr>
          <p:cNvPr id="6" name="Shape 4"/>
          <p:cNvSpPr/>
          <p:nvPr/>
        </p:nvSpPr>
        <p:spPr>
          <a:xfrm>
            <a:off x="9814255" y="6528816"/>
            <a:ext cx="1828800" cy="0"/>
          </a:xfrm>
          <a:prstGeom prst="line">
            <a:avLst/>
          </a:prstGeom>
          <a:noFill/>
          <a:ln w="9525">
            <a:solidFill>
              <a:srgbClr val="C9A24A"/>
            </a:solidFill>
            <a:prstDash val="solid"/>
          </a:ln>
        </p:spPr>
      </p:sp>
      <p:sp>
        <p:nvSpPr>
          <p:cNvPr id="7" name="Shape 5"/>
          <p:cNvSpPr/>
          <p:nvPr/>
        </p:nvSpPr>
        <p:spPr>
          <a:xfrm>
            <a:off x="548640" y="1005840"/>
            <a:ext cx="4937760" cy="4480560"/>
          </a:xfrm>
          <a:prstGeom prst="rect">
            <a:avLst/>
          </a:prstGeom>
          <a:solidFill>
            <a:srgbClr val="14161B"/>
          </a:solidFill>
          <a:ln w="9525">
            <a:solidFill>
              <a:srgbClr val="C9A24A"/>
            </a:solidFill>
            <a:prstDash val="solid"/>
          </a:ln>
        </p:spPr>
      </p:sp>
      <p:sp>
        <p:nvSpPr>
          <p:cNvPr id="8" name="Shape 6"/>
          <p:cNvSpPr/>
          <p:nvPr/>
        </p:nvSpPr>
        <p:spPr>
          <a:xfrm>
            <a:off x="2834640" y="2926080"/>
            <a:ext cx="365760" cy="0"/>
          </a:xfrm>
          <a:prstGeom prst="line">
            <a:avLst/>
          </a:prstGeom>
          <a:noFill/>
          <a:ln w="9525">
            <a:solidFill>
              <a:srgbClr val="C9A24A">
                <a:alpha val="60000"/>
              </a:srgbClr>
            </a:solidFill>
            <a:prstDash val="solid"/>
          </a:ln>
        </p:spPr>
      </p:sp>
      <p:sp>
        <p:nvSpPr>
          <p:cNvPr id="9" name="Shape 7"/>
          <p:cNvSpPr/>
          <p:nvPr/>
        </p:nvSpPr>
        <p:spPr>
          <a:xfrm>
            <a:off x="3017520" y="2743200"/>
            <a:ext cx="0" cy="365760"/>
          </a:xfrm>
          <a:prstGeom prst="line">
            <a:avLst/>
          </a:prstGeom>
          <a:noFill/>
          <a:ln w="9525">
            <a:solidFill>
              <a:srgbClr val="C9A24A">
                <a:alpha val="60000"/>
              </a:srgbClr>
            </a:solidFill>
            <a:prstDash val="solid"/>
          </a:ln>
        </p:spPr>
      </p:sp>
      <p:sp>
        <p:nvSpPr>
          <p:cNvPr id="10" name="Text 8"/>
          <p:cNvSpPr/>
          <p:nvPr/>
        </p:nvSpPr>
        <p:spPr>
          <a:xfrm>
            <a:off x="548640" y="3154680"/>
            <a:ext cx="4937760" cy="320040"/>
          </a:xfrm>
          <a:prstGeom prst="rect">
            <a:avLst/>
          </a:prstGeom>
          <a:noFill/>
          <a:ln/>
        </p:spPr>
        <p:txBody>
          <a:bodyPr wrap="square" lIns="0" tIns="0" rIns="0" bIns="0" rtlCol="0" anchor="ctr"/>
          <a:lstStyle/>
          <a:p>
            <a:pPr algn="ctr" indent="0" marL="0">
              <a:buNone/>
            </a:pPr>
            <a:r>
              <a:rPr lang="en-US" sz="1000" spc="300" kern="0" dirty="0">
                <a:solidFill>
                  <a:srgbClr val="9A958A"/>
                </a:solidFill>
                <a:latin typeface="IBM Plex Mono" pitchFamily="34" charset="0"/>
                <a:ea typeface="IBM Plex Mono" pitchFamily="34" charset="-122"/>
                <a:cs typeface="IBM Plex Mono" pitchFamily="34" charset="-120"/>
              </a:rPr>
              <a:t>[ LOREM IPSUM · IMAGO ]</a:t>
            </a:r>
            <a:endParaRPr lang="en-US" sz="1000" dirty="0"/>
          </a:p>
        </p:txBody>
      </p:sp>
      <p:sp>
        <p:nvSpPr>
          <p:cNvPr id="11" name="Text 9"/>
          <p:cNvSpPr/>
          <p:nvPr/>
        </p:nvSpPr>
        <p:spPr>
          <a:xfrm>
            <a:off x="548640" y="5577840"/>
            <a:ext cx="4937760" cy="274320"/>
          </a:xfrm>
          <a:prstGeom prst="rect">
            <a:avLst/>
          </a:prstGeom>
          <a:noFill/>
          <a:ln/>
        </p:spPr>
        <p:txBody>
          <a:bodyPr wrap="square" lIns="0" tIns="0" rIns="0" bIns="0" rtlCol="0" anchor="ctr"/>
          <a:lstStyle/>
          <a:p>
            <a:pPr indent="0" marL="0">
              <a:buNone/>
            </a:pPr>
            <a:r>
              <a:rPr lang="en-US" sz="1200" i="1" dirty="0">
                <a:solidFill>
                  <a:srgbClr val="CFC8B8"/>
                </a:solidFill>
                <a:latin typeface="Source Serif 4" pitchFamily="34" charset="0"/>
                <a:ea typeface="Source Serif 4" pitchFamily="34" charset="-122"/>
                <a:cs typeface="Source Serif 4" pitchFamily="34" charset="-120"/>
              </a:rPr>
              <a:t>Lorem ipsum dolor sit amet, 0000.</a:t>
            </a:r>
            <a:endParaRPr lang="en-US" sz="1200" dirty="0"/>
          </a:p>
        </p:txBody>
      </p:sp>
      <p:sp>
        <p:nvSpPr>
          <p:cNvPr id="12" name="Text 10"/>
          <p:cNvSpPr/>
          <p:nvPr/>
        </p:nvSpPr>
        <p:spPr>
          <a:xfrm>
            <a:off x="548640" y="5852160"/>
            <a:ext cx="4937760" cy="228600"/>
          </a:xfrm>
          <a:prstGeom prst="rect">
            <a:avLst/>
          </a:prstGeom>
          <a:noFill/>
          <a:ln/>
        </p:spPr>
        <p:txBody>
          <a:bodyPr wrap="square" lIns="0" tIns="0" rIns="0" bIns="0" rtlCol="0" anchor="ctr"/>
          <a:lstStyle/>
          <a:p>
            <a:pPr indent="0" marL="0">
              <a:buNone/>
            </a:pPr>
            <a:r>
              <a:rPr lang="en-US" sz="900" dirty="0">
                <a:solidFill>
                  <a:srgbClr val="9A958A"/>
                </a:solidFill>
                <a:latin typeface="IBM Plex Mono" pitchFamily="34" charset="0"/>
                <a:ea typeface="IBM Plex Mono" pitchFamily="34" charset="-122"/>
                <a:cs typeface="IBM Plex Mono" pitchFamily="34" charset="-120"/>
              </a:rPr>
              <a:t>Imago: Lorem ipsum · Archivum dolor</a:t>
            </a:r>
            <a:endParaRPr lang="en-US" sz="900" dirty="0"/>
          </a:p>
        </p:txBody>
      </p:sp>
      <p:sp>
        <p:nvSpPr>
          <p:cNvPr id="13" name="Text 11"/>
          <p:cNvSpPr/>
          <p:nvPr/>
        </p:nvSpPr>
        <p:spPr>
          <a:xfrm>
            <a:off x="6126480" y="1051560"/>
            <a:ext cx="5486400" cy="274320"/>
          </a:xfrm>
          <a:prstGeom prst="rect">
            <a:avLst/>
          </a:prstGeom>
          <a:noFill/>
          <a:ln/>
        </p:spPr>
        <p:txBody>
          <a:bodyPr wrap="square" lIns="0" tIns="0" rIns="0" bIns="0" rtlCol="0" anchor="ctr"/>
          <a:lstStyle/>
          <a:p>
            <a:pPr indent="0" marL="0">
              <a:buNone/>
            </a:pPr>
            <a:r>
              <a:rPr lang="en-US" sz="1000" b="1" spc="300" kern="0" dirty="0">
                <a:solidFill>
                  <a:srgbClr val="D9C9A3"/>
                </a:solidFill>
                <a:latin typeface="IBM Plex Mono" pitchFamily="34" charset="0"/>
                <a:ea typeface="IBM Plex Mono" pitchFamily="34" charset="-122"/>
                <a:cs typeface="IBM Plex Mono" pitchFamily="34" charset="-120"/>
              </a:rPr>
              <a:t>LOREM · DOLOR</a:t>
            </a:r>
            <a:endParaRPr lang="en-US" sz="1000" dirty="0"/>
          </a:p>
        </p:txBody>
      </p:sp>
      <p:sp>
        <p:nvSpPr>
          <p:cNvPr id="14" name="Text 12"/>
          <p:cNvSpPr/>
          <p:nvPr/>
        </p:nvSpPr>
        <p:spPr>
          <a:xfrm>
            <a:off x="6126480" y="1371600"/>
            <a:ext cx="5486400" cy="1280160"/>
          </a:xfrm>
          <a:prstGeom prst="rect">
            <a:avLst/>
          </a:prstGeom>
          <a:noFill/>
          <a:ln/>
        </p:spPr>
        <p:txBody>
          <a:bodyPr wrap="square" lIns="0" tIns="0" rIns="0" bIns="0" rtlCol="0" anchor="t"/>
          <a:lstStyle/>
          <a:p>
            <a:pPr indent="0" marL="0">
              <a:buNone/>
            </a:pPr>
            <a:r>
              <a:rPr lang="en-US" sz="3600" b="1" dirty="0">
                <a:solidFill>
                  <a:srgbClr val="ECE8DF"/>
                </a:solidFill>
                <a:latin typeface="Cormorant Garamond" pitchFamily="34" charset="0"/>
                <a:ea typeface="Cormorant Garamond" pitchFamily="34" charset="-122"/>
                <a:cs typeface="Cormorant Garamond" pitchFamily="34" charset="-120"/>
              </a:rPr>
              <a:t>Lorem ipsum dolor sit amet consectetur</a:t>
            </a:r>
            <a:endParaRPr lang="en-US" sz="3600" dirty="0"/>
          </a:p>
        </p:txBody>
      </p:sp>
      <p:sp>
        <p:nvSpPr>
          <p:cNvPr id="15" name="Shape 13"/>
          <p:cNvSpPr/>
          <p:nvPr/>
        </p:nvSpPr>
        <p:spPr>
          <a:xfrm>
            <a:off x="6126480" y="2743200"/>
            <a:ext cx="1097280" cy="0"/>
          </a:xfrm>
          <a:prstGeom prst="line">
            <a:avLst/>
          </a:prstGeom>
          <a:noFill/>
          <a:ln w="19050">
            <a:solidFill>
              <a:srgbClr val="C9A24A"/>
            </a:solidFill>
            <a:prstDash val="solid"/>
          </a:ln>
        </p:spPr>
      </p:sp>
      <p:sp>
        <p:nvSpPr>
          <p:cNvPr id="16" name="Text 14"/>
          <p:cNvSpPr/>
          <p:nvPr/>
        </p:nvSpPr>
        <p:spPr>
          <a:xfrm>
            <a:off x="6126480" y="2971800"/>
            <a:ext cx="5486400" cy="2011680"/>
          </a:xfrm>
          <a:prstGeom prst="rect">
            <a:avLst/>
          </a:prstGeom>
          <a:noFill/>
          <a:ln/>
        </p:spPr>
        <p:txBody>
          <a:bodyPr wrap="square" lIns="0" tIns="0" rIns="0" bIns="0" rtlCol="0" anchor="t"/>
          <a:lstStyle/>
          <a:p>
            <a:pPr indent="0" marL="0">
              <a:lnSpc>
                <a:spcPct val="125000"/>
              </a:lnSpc>
              <a:buNone/>
            </a:pPr>
            <a:r>
              <a:rPr lang="en-US" sz="1600" dirty="0">
                <a:solidFill>
                  <a:srgbClr val="DDD8CC"/>
                </a:solidFill>
                <a:latin typeface="Source Serif 4" pitchFamily="34" charset="0"/>
                <a:ea typeface="Source Serif 4" pitchFamily="34" charset="-122"/>
                <a:cs typeface="Source Serif 4" pitchFamily="34" charset="-120"/>
              </a:rPr>
              <a:t>Lorem ipsum dolor sit amet, consectetur adipiscing elit, sed do eiusmod tempor incididunt ut labore et dolore magna aliqua. Duis aute irure dolor in reprehenderit in voluptate velit esse cillum dolore eu fugiat nulla pariatur.</a:t>
            </a:r>
            <a:endParaRPr lang="en-US" sz="1600" dirty="0"/>
          </a:p>
        </p:txBody>
      </p:sp>
      <p:sp>
        <p:nvSpPr>
          <p:cNvPr id="17" name="Shape 15"/>
          <p:cNvSpPr/>
          <p:nvPr/>
        </p:nvSpPr>
        <p:spPr>
          <a:xfrm>
            <a:off x="6126480" y="5120640"/>
            <a:ext cx="5486400" cy="685800"/>
          </a:xfrm>
          <a:prstGeom prst="rect">
            <a:avLst/>
          </a:prstGeom>
          <a:solidFill>
            <a:srgbClr val="131A1C"/>
          </a:solidFill>
          <a:ln/>
        </p:spPr>
      </p:sp>
      <p:sp>
        <p:nvSpPr>
          <p:cNvPr id="18" name="Shape 16"/>
          <p:cNvSpPr/>
          <p:nvPr/>
        </p:nvSpPr>
        <p:spPr>
          <a:xfrm>
            <a:off x="6126480" y="5120640"/>
            <a:ext cx="54864" cy="685800"/>
          </a:xfrm>
          <a:prstGeom prst="rect">
            <a:avLst/>
          </a:prstGeom>
          <a:solidFill>
            <a:srgbClr val="4F8A8B"/>
          </a:solidFill>
          <a:ln/>
        </p:spPr>
      </p:sp>
      <p:sp>
        <p:nvSpPr>
          <p:cNvPr id="19" name="Text 17"/>
          <p:cNvSpPr/>
          <p:nvPr/>
        </p:nvSpPr>
        <p:spPr>
          <a:xfrm>
            <a:off x="6355080" y="5120640"/>
            <a:ext cx="5212080" cy="685800"/>
          </a:xfrm>
          <a:prstGeom prst="rect">
            <a:avLst/>
          </a:prstGeom>
          <a:noFill/>
          <a:ln/>
        </p:spPr>
        <p:txBody>
          <a:bodyPr wrap="square" lIns="0" tIns="0" rIns="0" bIns="0" rtlCol="0" anchor="ctr"/>
          <a:lstStyle/>
          <a:p>
            <a:pPr indent="0" marL="0">
              <a:buNone/>
            </a:pPr>
            <a:r>
              <a:rPr lang="en-US" sz="1300" dirty="0">
                <a:solidFill>
                  <a:srgbClr val="CFC8B8"/>
                </a:solidFill>
                <a:latin typeface="Source Serif 4" pitchFamily="34" charset="0"/>
                <a:ea typeface="Source Serif 4" pitchFamily="34" charset="-122"/>
                <a:cs typeface="Source Serif 4" pitchFamily="34" charset="-120"/>
              </a:rPr>
              <a:t>Lorem ipsum: dolor sit amet, consectetur adipiscing elit sed do.</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D10"/>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000" b="1" spc="400" kern="0" dirty="0">
                <a:solidFill>
                  <a:srgbClr val="C9A24A"/>
                </a:solidFill>
                <a:latin typeface="IBM Plex Mono" pitchFamily="34" charset="0"/>
                <a:ea typeface="IBM Plex Mono" pitchFamily="34" charset="-122"/>
                <a:cs typeface="IBM Plex Mono" pitchFamily="34" charset="-120"/>
              </a:rPr>
              <a:t>LOREM IPSUM · VOX</a:t>
            </a:r>
            <a:endParaRPr lang="en-US" sz="1000" dirty="0"/>
          </a:p>
        </p:txBody>
      </p:sp>
      <p:sp>
        <p:nvSpPr>
          <p:cNvPr id="3" name="Text 1"/>
          <p:cNvSpPr/>
          <p:nvPr/>
        </p:nvSpPr>
        <p:spPr>
          <a:xfrm>
            <a:off x="10728655" y="292608"/>
            <a:ext cx="914400" cy="274320"/>
          </a:xfrm>
          <a:prstGeom prst="rect">
            <a:avLst/>
          </a:prstGeom>
          <a:noFill/>
          <a:ln/>
        </p:spPr>
        <p:txBody>
          <a:bodyPr wrap="square" lIns="0" tIns="0" rIns="0" bIns="0" rtlCol="0" anchor="ctr"/>
          <a:lstStyle/>
          <a:p>
            <a:pPr algn="r" indent="0" marL="0">
              <a:buNone/>
            </a:pPr>
            <a:r>
              <a:rPr lang="en-US" sz="1000" dirty="0">
                <a:solidFill>
                  <a:srgbClr val="9A958A"/>
                </a:solidFill>
                <a:latin typeface="IBM Plex Mono" pitchFamily="34" charset="0"/>
                <a:ea typeface="IBM Plex Mono" pitchFamily="34" charset="-122"/>
                <a:cs typeface="IBM Plex Mono" pitchFamily="34" charset="-120"/>
              </a:rPr>
              <a:t>07</a:t>
            </a:r>
            <a:endParaRPr lang="en-US" sz="1000" dirty="0"/>
          </a:p>
        </p:txBody>
      </p:sp>
      <p:sp>
        <p:nvSpPr>
          <p:cNvPr id="4" name="Shape 2"/>
          <p:cNvSpPr/>
          <p:nvPr/>
        </p:nvSpPr>
        <p:spPr>
          <a:xfrm>
            <a:off x="548640" y="658368"/>
            <a:ext cx="11094415" cy="0"/>
          </a:xfrm>
          <a:prstGeom prst="line">
            <a:avLst/>
          </a:prstGeom>
          <a:noFill/>
          <a:ln w="9525">
            <a:solidFill>
              <a:srgbClr val="2C2F37"/>
            </a:solidFill>
            <a:prstDash val="solid"/>
          </a:ln>
        </p:spPr>
      </p:sp>
      <p:sp>
        <p:nvSpPr>
          <p:cNvPr id="5" name="Text 3"/>
          <p:cNvSpPr/>
          <p:nvPr/>
        </p:nvSpPr>
        <p:spPr>
          <a:xfrm>
            <a:off x="548640" y="6419088"/>
            <a:ext cx="5486400" cy="228600"/>
          </a:xfrm>
          <a:prstGeom prst="rect">
            <a:avLst/>
          </a:prstGeom>
          <a:noFill/>
          <a:ln/>
        </p:spPr>
        <p:txBody>
          <a:bodyPr wrap="square" lIns="0" tIns="0" rIns="0" bIns="0" rtlCol="0" anchor="ctr"/>
          <a:lstStyle/>
          <a:p>
            <a:pPr indent="0" marL="0">
              <a:buNone/>
            </a:pPr>
            <a:r>
              <a:rPr lang="en-US" sz="900" spc="300" kern="0" dirty="0">
                <a:solidFill>
                  <a:srgbClr val="9A958A"/>
                </a:solidFill>
                <a:latin typeface="IBM Plex Mono" pitchFamily="34" charset="0"/>
                <a:ea typeface="IBM Plex Mono" pitchFamily="34" charset="-122"/>
                <a:cs typeface="IBM Plex Mono" pitchFamily="34" charset="-120"/>
              </a:rPr>
              <a:t>LOREM IPSUM · DOLOR SIT AMET</a:t>
            </a:r>
            <a:endParaRPr lang="en-US" sz="900" dirty="0"/>
          </a:p>
        </p:txBody>
      </p:sp>
      <p:sp>
        <p:nvSpPr>
          <p:cNvPr id="6" name="Shape 4"/>
          <p:cNvSpPr/>
          <p:nvPr/>
        </p:nvSpPr>
        <p:spPr>
          <a:xfrm>
            <a:off x="9814255" y="6528816"/>
            <a:ext cx="1828800" cy="0"/>
          </a:xfrm>
          <a:prstGeom prst="line">
            <a:avLst/>
          </a:prstGeom>
          <a:noFill/>
          <a:ln w="9525">
            <a:solidFill>
              <a:srgbClr val="C9A24A"/>
            </a:solidFill>
            <a:prstDash val="solid"/>
          </a:ln>
        </p:spPr>
      </p:sp>
      <p:sp>
        <p:nvSpPr>
          <p:cNvPr id="7" name="Shape 5"/>
          <p:cNvSpPr/>
          <p:nvPr/>
        </p:nvSpPr>
        <p:spPr>
          <a:xfrm>
            <a:off x="548640" y="1371600"/>
            <a:ext cx="11094415" cy="3931920"/>
          </a:xfrm>
          <a:prstGeom prst="rect">
            <a:avLst/>
          </a:prstGeom>
          <a:solidFill>
            <a:srgbClr val="17191F"/>
          </a:solidFill>
          <a:ln/>
        </p:spPr>
      </p:sp>
      <p:sp>
        <p:nvSpPr>
          <p:cNvPr id="8" name="Shape 6"/>
          <p:cNvSpPr/>
          <p:nvPr/>
        </p:nvSpPr>
        <p:spPr>
          <a:xfrm>
            <a:off x="548640" y="1371600"/>
            <a:ext cx="11094415" cy="0"/>
          </a:xfrm>
          <a:prstGeom prst="line">
            <a:avLst/>
          </a:prstGeom>
          <a:noFill/>
          <a:ln w="12700">
            <a:solidFill>
              <a:srgbClr val="C9A24A"/>
            </a:solidFill>
            <a:prstDash val="solid"/>
          </a:ln>
        </p:spPr>
      </p:sp>
      <p:sp>
        <p:nvSpPr>
          <p:cNvPr id="9" name="Shape 7"/>
          <p:cNvSpPr/>
          <p:nvPr/>
        </p:nvSpPr>
        <p:spPr>
          <a:xfrm>
            <a:off x="548640" y="5303520"/>
            <a:ext cx="11094415" cy="0"/>
          </a:xfrm>
          <a:prstGeom prst="line">
            <a:avLst/>
          </a:prstGeom>
          <a:noFill/>
          <a:ln w="12700">
            <a:solidFill>
              <a:srgbClr val="C9A24A"/>
            </a:solidFill>
            <a:prstDash val="solid"/>
          </a:ln>
        </p:spPr>
      </p:sp>
      <p:sp>
        <p:nvSpPr>
          <p:cNvPr id="10" name="Text 8"/>
          <p:cNvSpPr/>
          <p:nvPr/>
        </p:nvSpPr>
        <p:spPr>
          <a:xfrm>
            <a:off x="685800" y="822960"/>
            <a:ext cx="1463040" cy="1828800"/>
          </a:xfrm>
          <a:prstGeom prst="rect">
            <a:avLst/>
          </a:prstGeom>
          <a:noFill/>
          <a:ln/>
        </p:spPr>
        <p:txBody>
          <a:bodyPr wrap="square" lIns="0" tIns="0" rIns="0" bIns="0" rtlCol="0" anchor="t"/>
          <a:lstStyle/>
          <a:p>
            <a:pPr indent="0" marL="0">
              <a:buNone/>
            </a:pPr>
            <a:r>
              <a:rPr lang="en-US" sz="16000" b="1" dirty="0">
                <a:solidFill>
                  <a:srgbClr val="C9A24A"/>
                </a:solidFill>
                <a:latin typeface="Cormorant Garamond" pitchFamily="34" charset="0"/>
                <a:ea typeface="Cormorant Garamond" pitchFamily="34" charset="-122"/>
                <a:cs typeface="Cormorant Garamond" pitchFamily="34" charset="-120"/>
              </a:rPr>
              <a:t>“</a:t>
            </a:r>
            <a:endParaRPr lang="en-US" sz="16000" dirty="0"/>
          </a:p>
        </p:txBody>
      </p:sp>
      <p:sp>
        <p:nvSpPr>
          <p:cNvPr id="11" name="Text 9"/>
          <p:cNvSpPr/>
          <p:nvPr/>
        </p:nvSpPr>
        <p:spPr>
          <a:xfrm>
            <a:off x="2011680" y="1783080"/>
            <a:ext cx="8778240" cy="2377440"/>
          </a:xfrm>
          <a:prstGeom prst="rect">
            <a:avLst/>
          </a:prstGeom>
          <a:noFill/>
          <a:ln/>
        </p:spPr>
        <p:txBody>
          <a:bodyPr wrap="square" lIns="0" tIns="0" rIns="0" bIns="0" rtlCol="0" anchor="ctr"/>
          <a:lstStyle/>
          <a:p>
            <a:pPr indent="0" marL="0">
              <a:lnSpc>
                <a:spcPct val="110000"/>
              </a:lnSpc>
              <a:buNone/>
            </a:pPr>
            <a:r>
              <a:rPr lang="en-US" sz="3400" b="1" i="1" dirty="0">
                <a:solidFill>
                  <a:srgbClr val="ECE8DF"/>
                </a:solidFill>
                <a:latin typeface="Cormorant Garamond" pitchFamily="34" charset="0"/>
                <a:ea typeface="Cormorant Garamond" pitchFamily="34" charset="-122"/>
                <a:cs typeface="Cormorant Garamond" pitchFamily="34" charset="-120"/>
              </a:rPr>
              <a:t>Lorem ipsum dolor sit amet, consectetur adipiscing elit, sed do eiusmod tempor incididunt ut labore et dolore magna aliqua.</a:t>
            </a:r>
            <a:endParaRPr lang="en-US" sz="3400" dirty="0"/>
          </a:p>
        </p:txBody>
      </p:sp>
      <p:sp>
        <p:nvSpPr>
          <p:cNvPr id="12" name="Shape 10"/>
          <p:cNvSpPr/>
          <p:nvPr/>
        </p:nvSpPr>
        <p:spPr>
          <a:xfrm>
            <a:off x="2011680" y="4434840"/>
            <a:ext cx="548640" cy="0"/>
          </a:xfrm>
          <a:prstGeom prst="line">
            <a:avLst/>
          </a:prstGeom>
          <a:noFill/>
          <a:ln w="12700">
            <a:solidFill>
              <a:srgbClr val="C9A24A"/>
            </a:solidFill>
            <a:prstDash val="solid"/>
          </a:ln>
        </p:spPr>
      </p:sp>
      <p:sp>
        <p:nvSpPr>
          <p:cNvPr id="13" name="Text 11"/>
          <p:cNvSpPr/>
          <p:nvPr/>
        </p:nvSpPr>
        <p:spPr>
          <a:xfrm>
            <a:off x="2743200" y="4297680"/>
            <a:ext cx="5486400" cy="274320"/>
          </a:xfrm>
          <a:prstGeom prst="rect">
            <a:avLst/>
          </a:prstGeom>
          <a:noFill/>
          <a:ln/>
        </p:spPr>
        <p:txBody>
          <a:bodyPr wrap="square" lIns="0" tIns="0" rIns="0" bIns="0" rtlCol="0" anchor="ctr"/>
          <a:lstStyle/>
          <a:p>
            <a:pPr indent="0" marL="0">
              <a:buNone/>
            </a:pPr>
            <a:r>
              <a:rPr lang="en-US" sz="1100" b="1" dirty="0">
                <a:solidFill>
                  <a:srgbClr val="E6C97A"/>
                </a:solidFill>
                <a:latin typeface="IBM Plex Mono" pitchFamily="34" charset="0"/>
                <a:ea typeface="IBM Plex Mono" pitchFamily="34" charset="-122"/>
                <a:cs typeface="IBM Plex Mono" pitchFamily="34" charset="-120"/>
              </a:rPr>
              <a:t>LOREM IPSUM</a:t>
            </a:r>
            <a:pPr indent="0" marL="0">
              <a:buNone/>
            </a:pPr>
            <a:r>
              <a:rPr lang="en-US" sz="1100" dirty="0">
                <a:solidFill>
                  <a:srgbClr val="9A958A"/>
                </a:solidFill>
                <a:latin typeface="IBM Plex Mono" pitchFamily="34" charset="0"/>
                <a:ea typeface="IBM Plex Mono" pitchFamily="34" charset="-122"/>
                <a:cs typeface="IBM Plex Mono" pitchFamily="34" charset="-120"/>
              </a:rPr>
              <a:t>  ·  Dolor sit amet, 0000</a:t>
            </a:r>
            <a:endParaRPr lang="en-US" sz="1100" dirty="0"/>
          </a:p>
        </p:txBody>
      </p:sp>
      <p:sp>
        <p:nvSpPr>
          <p:cNvPr id="14" name="Text 12"/>
          <p:cNvSpPr/>
          <p:nvPr/>
        </p:nvSpPr>
        <p:spPr>
          <a:xfrm>
            <a:off x="8412480" y="4279392"/>
            <a:ext cx="2377440" cy="292608"/>
          </a:xfrm>
          <a:prstGeom prst="rect">
            <a:avLst/>
          </a:prstGeom>
          <a:noFill/>
          <a:ln w="9525">
            <a:solidFill>
              <a:srgbClr val="2F5354"/>
            </a:solidFill>
          </a:ln>
        </p:spPr>
        <p:txBody>
          <a:bodyPr wrap="square" lIns="0" tIns="0" rIns="0" bIns="0" rtlCol="0" anchor="ctr"/>
          <a:lstStyle/>
          <a:p>
            <a:pPr algn="ctr" indent="0" marL="0">
              <a:buNone/>
            </a:pPr>
            <a:r>
              <a:rPr lang="en-US" sz="900" dirty="0">
                <a:solidFill>
                  <a:srgbClr val="4F8A8B"/>
                </a:solidFill>
                <a:latin typeface="IBM Plex Mono" pitchFamily="34" charset="0"/>
                <a:ea typeface="IBM Plex Mono" pitchFamily="34" charset="-122"/>
                <a:cs typeface="IBM Plex Mono" pitchFamily="34" charset="-120"/>
              </a:rPr>
              <a:t>LOREM · INTERPRETATIO</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D10"/>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000" b="1" spc="400" kern="0" dirty="0">
                <a:solidFill>
                  <a:srgbClr val="C9A24A"/>
                </a:solidFill>
                <a:latin typeface="IBM Plex Mono" pitchFamily="34" charset="0"/>
                <a:ea typeface="IBM Plex Mono" pitchFamily="34" charset="-122"/>
                <a:cs typeface="IBM Plex Mono" pitchFamily="34" charset="-120"/>
              </a:rPr>
              <a:t>LOREM IPSUM · PERSONAE</a:t>
            </a:r>
            <a:endParaRPr lang="en-US" sz="1000" dirty="0"/>
          </a:p>
        </p:txBody>
      </p:sp>
      <p:sp>
        <p:nvSpPr>
          <p:cNvPr id="3" name="Text 1"/>
          <p:cNvSpPr/>
          <p:nvPr/>
        </p:nvSpPr>
        <p:spPr>
          <a:xfrm>
            <a:off x="10728655" y="292608"/>
            <a:ext cx="914400" cy="274320"/>
          </a:xfrm>
          <a:prstGeom prst="rect">
            <a:avLst/>
          </a:prstGeom>
          <a:noFill/>
          <a:ln/>
        </p:spPr>
        <p:txBody>
          <a:bodyPr wrap="square" lIns="0" tIns="0" rIns="0" bIns="0" rtlCol="0" anchor="ctr"/>
          <a:lstStyle/>
          <a:p>
            <a:pPr algn="r" indent="0" marL="0">
              <a:buNone/>
            </a:pPr>
            <a:r>
              <a:rPr lang="en-US" sz="1000" dirty="0">
                <a:solidFill>
                  <a:srgbClr val="9A958A"/>
                </a:solidFill>
                <a:latin typeface="IBM Plex Mono" pitchFamily="34" charset="0"/>
                <a:ea typeface="IBM Plex Mono" pitchFamily="34" charset="-122"/>
                <a:cs typeface="IBM Plex Mono" pitchFamily="34" charset="-120"/>
              </a:rPr>
              <a:t>08</a:t>
            </a:r>
            <a:endParaRPr lang="en-US" sz="1000" dirty="0"/>
          </a:p>
        </p:txBody>
      </p:sp>
      <p:sp>
        <p:nvSpPr>
          <p:cNvPr id="4" name="Shape 2"/>
          <p:cNvSpPr/>
          <p:nvPr/>
        </p:nvSpPr>
        <p:spPr>
          <a:xfrm>
            <a:off x="548640" y="658368"/>
            <a:ext cx="11094415" cy="0"/>
          </a:xfrm>
          <a:prstGeom prst="line">
            <a:avLst/>
          </a:prstGeom>
          <a:noFill/>
          <a:ln w="9525">
            <a:solidFill>
              <a:srgbClr val="2C2F37"/>
            </a:solidFill>
            <a:prstDash val="solid"/>
          </a:ln>
        </p:spPr>
      </p:sp>
      <p:sp>
        <p:nvSpPr>
          <p:cNvPr id="5" name="Text 3"/>
          <p:cNvSpPr/>
          <p:nvPr/>
        </p:nvSpPr>
        <p:spPr>
          <a:xfrm>
            <a:off x="548640" y="6419088"/>
            <a:ext cx="5486400" cy="228600"/>
          </a:xfrm>
          <a:prstGeom prst="rect">
            <a:avLst/>
          </a:prstGeom>
          <a:noFill/>
          <a:ln/>
        </p:spPr>
        <p:txBody>
          <a:bodyPr wrap="square" lIns="0" tIns="0" rIns="0" bIns="0" rtlCol="0" anchor="ctr"/>
          <a:lstStyle/>
          <a:p>
            <a:pPr indent="0" marL="0">
              <a:buNone/>
            </a:pPr>
            <a:r>
              <a:rPr lang="en-US" sz="900" spc="300" kern="0" dirty="0">
                <a:solidFill>
                  <a:srgbClr val="9A958A"/>
                </a:solidFill>
                <a:latin typeface="IBM Plex Mono" pitchFamily="34" charset="0"/>
                <a:ea typeface="IBM Plex Mono" pitchFamily="34" charset="-122"/>
                <a:cs typeface="IBM Plex Mono" pitchFamily="34" charset="-120"/>
              </a:rPr>
              <a:t>LOREM IPSUM · DOLOR SIT AMET</a:t>
            </a:r>
            <a:endParaRPr lang="en-US" sz="900" dirty="0"/>
          </a:p>
        </p:txBody>
      </p:sp>
      <p:sp>
        <p:nvSpPr>
          <p:cNvPr id="6" name="Shape 4"/>
          <p:cNvSpPr/>
          <p:nvPr/>
        </p:nvSpPr>
        <p:spPr>
          <a:xfrm>
            <a:off x="9814255" y="6528816"/>
            <a:ext cx="1828800" cy="0"/>
          </a:xfrm>
          <a:prstGeom prst="line">
            <a:avLst/>
          </a:prstGeom>
          <a:noFill/>
          <a:ln w="9525">
            <a:solidFill>
              <a:srgbClr val="C9A24A"/>
            </a:solidFill>
            <a:prstDash val="solid"/>
          </a:ln>
        </p:spPr>
      </p:sp>
      <p:sp>
        <p:nvSpPr>
          <p:cNvPr id="7" name="Text 5"/>
          <p:cNvSpPr/>
          <p:nvPr/>
        </p:nvSpPr>
        <p:spPr>
          <a:xfrm>
            <a:off x="548640" y="868680"/>
            <a:ext cx="9144000" cy="731520"/>
          </a:xfrm>
          <a:prstGeom prst="rect">
            <a:avLst/>
          </a:prstGeom>
          <a:noFill/>
          <a:ln/>
        </p:spPr>
        <p:txBody>
          <a:bodyPr wrap="square" lIns="0" tIns="0" rIns="0" bIns="0" rtlCol="0" anchor="ctr"/>
          <a:lstStyle/>
          <a:p>
            <a:pPr indent="0" marL="0">
              <a:buNone/>
            </a:pPr>
            <a:r>
              <a:rPr lang="en-US" sz="3600" b="1" dirty="0">
                <a:solidFill>
                  <a:srgbClr val="ECE8DF"/>
                </a:solidFill>
                <a:latin typeface="Cormorant Garamond" pitchFamily="34" charset="0"/>
                <a:ea typeface="Cormorant Garamond" pitchFamily="34" charset="-122"/>
                <a:cs typeface="Cormorant Garamond" pitchFamily="34" charset="-120"/>
              </a:rPr>
              <a:t>Lorem ipsum </a:t>
            </a:r>
            <a:pPr indent="0" marL="0">
              <a:buNone/>
            </a:pPr>
            <a:r>
              <a:rPr lang="en-US" sz="3600" b="1" i="1" dirty="0">
                <a:solidFill>
                  <a:srgbClr val="E6C97A"/>
                </a:solidFill>
                <a:latin typeface="Cormorant Garamond" pitchFamily="34" charset="0"/>
                <a:ea typeface="Cormorant Garamond" pitchFamily="34" charset="-122"/>
                <a:cs typeface="Cormorant Garamond" pitchFamily="34" charset="-120"/>
              </a:rPr>
              <a:t>dolor sit</a:t>
            </a:r>
            <a:endParaRPr lang="en-US" sz="3600" dirty="0"/>
          </a:p>
        </p:txBody>
      </p:sp>
      <p:sp>
        <p:nvSpPr>
          <p:cNvPr id="8" name="Shape 6"/>
          <p:cNvSpPr/>
          <p:nvPr/>
        </p:nvSpPr>
        <p:spPr>
          <a:xfrm>
            <a:off x="548640" y="1783080"/>
            <a:ext cx="2057400" cy="2103120"/>
          </a:xfrm>
          <a:prstGeom prst="rect">
            <a:avLst/>
          </a:prstGeom>
          <a:solidFill>
            <a:srgbClr val="1B1E25"/>
          </a:solidFill>
          <a:ln w="9525">
            <a:solidFill>
              <a:srgbClr val="2C2F37"/>
            </a:solidFill>
            <a:prstDash val="solid"/>
          </a:ln>
        </p:spPr>
      </p:sp>
      <p:sp>
        <p:nvSpPr>
          <p:cNvPr id="9" name="Shape 7"/>
          <p:cNvSpPr/>
          <p:nvPr/>
        </p:nvSpPr>
        <p:spPr>
          <a:xfrm>
            <a:off x="1074420" y="1947672"/>
            <a:ext cx="1005840" cy="1005840"/>
          </a:xfrm>
          <a:prstGeom prst="ellipse">
            <a:avLst/>
          </a:prstGeom>
          <a:solidFill>
            <a:srgbClr val="14161B"/>
          </a:solidFill>
          <a:ln w="9525">
            <a:solidFill>
              <a:srgbClr val="C9A24A"/>
            </a:solidFill>
            <a:prstDash val="solid"/>
          </a:ln>
        </p:spPr>
      </p:sp>
      <p:sp>
        <p:nvSpPr>
          <p:cNvPr id="10" name="Text 8"/>
          <p:cNvSpPr/>
          <p:nvPr/>
        </p:nvSpPr>
        <p:spPr>
          <a:xfrm>
            <a:off x="1074420" y="2313432"/>
            <a:ext cx="1005840" cy="274320"/>
          </a:xfrm>
          <a:prstGeom prst="rect">
            <a:avLst/>
          </a:prstGeom>
          <a:noFill/>
          <a:ln/>
        </p:spPr>
        <p:txBody>
          <a:bodyPr wrap="square" lIns="0" tIns="0" rIns="0" bIns="0" rtlCol="0" anchor="ctr"/>
          <a:lstStyle/>
          <a:p>
            <a:pPr algn="ctr" indent="0" marL="0">
              <a:buNone/>
            </a:pPr>
            <a:r>
              <a:rPr lang="en-US" sz="800" dirty="0">
                <a:solidFill>
                  <a:srgbClr val="9A958A"/>
                </a:solidFill>
                <a:latin typeface="IBM Plex Mono" pitchFamily="34" charset="0"/>
                <a:ea typeface="IBM Plex Mono" pitchFamily="34" charset="-122"/>
                <a:cs typeface="IBM Plex Mono" pitchFamily="34" charset="-120"/>
              </a:rPr>
              <a:t>IMAGO</a:t>
            </a:r>
            <a:endParaRPr lang="en-US" sz="800" dirty="0"/>
          </a:p>
        </p:txBody>
      </p:sp>
      <p:sp>
        <p:nvSpPr>
          <p:cNvPr id="11" name="Text 9"/>
          <p:cNvSpPr/>
          <p:nvPr/>
        </p:nvSpPr>
        <p:spPr>
          <a:xfrm>
            <a:off x="640080" y="3044952"/>
            <a:ext cx="1874520" cy="365760"/>
          </a:xfrm>
          <a:prstGeom prst="rect">
            <a:avLst/>
          </a:prstGeom>
          <a:noFill/>
          <a:ln/>
        </p:spPr>
        <p:txBody>
          <a:bodyPr wrap="square" lIns="0" tIns="0" rIns="0" bIns="0" rtlCol="0" anchor="ctr"/>
          <a:lstStyle/>
          <a:p>
            <a:pPr algn="ctr" indent="0" marL="0">
              <a:buNone/>
            </a:pPr>
            <a:r>
              <a:rPr lang="en-US" sz="1900" b="1" dirty="0">
                <a:solidFill>
                  <a:srgbClr val="ECE8DF"/>
                </a:solidFill>
                <a:latin typeface="Cormorant Garamond" pitchFamily="34" charset="0"/>
                <a:ea typeface="Cormorant Garamond" pitchFamily="34" charset="-122"/>
                <a:cs typeface="Cormorant Garamond" pitchFamily="34" charset="-120"/>
              </a:rPr>
              <a:t>Lorem Ipsum</a:t>
            </a:r>
            <a:endParaRPr lang="en-US" sz="1900" dirty="0"/>
          </a:p>
        </p:txBody>
      </p:sp>
      <p:sp>
        <p:nvSpPr>
          <p:cNvPr id="12" name="Text 10"/>
          <p:cNvSpPr/>
          <p:nvPr/>
        </p:nvSpPr>
        <p:spPr>
          <a:xfrm>
            <a:off x="640080" y="3429000"/>
            <a:ext cx="1874520" cy="274320"/>
          </a:xfrm>
          <a:prstGeom prst="rect">
            <a:avLst/>
          </a:prstGeom>
          <a:noFill/>
          <a:ln/>
        </p:spPr>
        <p:txBody>
          <a:bodyPr wrap="square" lIns="0" tIns="0" rIns="0" bIns="0" rtlCol="0" anchor="ctr"/>
          <a:lstStyle/>
          <a:p>
            <a:pPr algn="ctr" indent="0" marL="0">
              <a:buNone/>
            </a:pPr>
            <a:r>
              <a:rPr lang="en-US" sz="900" spc="200" kern="0" dirty="0">
                <a:solidFill>
                  <a:srgbClr val="D9C9A3"/>
                </a:solidFill>
                <a:latin typeface="IBM Plex Mono" pitchFamily="34" charset="0"/>
                <a:ea typeface="IBM Plex Mono" pitchFamily="34" charset="-122"/>
                <a:cs typeface="IBM Plex Mono" pitchFamily="34" charset="-120"/>
              </a:rPr>
              <a:t>DOLOR · SIT AMET</a:t>
            </a:r>
            <a:endParaRPr lang="en-US" sz="900" dirty="0"/>
          </a:p>
        </p:txBody>
      </p:sp>
      <p:sp>
        <p:nvSpPr>
          <p:cNvPr id="13" name="Shape 11"/>
          <p:cNvSpPr/>
          <p:nvPr/>
        </p:nvSpPr>
        <p:spPr>
          <a:xfrm>
            <a:off x="2852928" y="1783080"/>
            <a:ext cx="2057400" cy="2103120"/>
          </a:xfrm>
          <a:prstGeom prst="rect">
            <a:avLst/>
          </a:prstGeom>
          <a:solidFill>
            <a:srgbClr val="1B1E25"/>
          </a:solidFill>
          <a:ln w="9525">
            <a:solidFill>
              <a:srgbClr val="2C2F37"/>
            </a:solidFill>
            <a:prstDash val="solid"/>
          </a:ln>
        </p:spPr>
      </p:sp>
      <p:sp>
        <p:nvSpPr>
          <p:cNvPr id="14" name="Shape 12"/>
          <p:cNvSpPr/>
          <p:nvPr/>
        </p:nvSpPr>
        <p:spPr>
          <a:xfrm>
            <a:off x="3378708" y="1947672"/>
            <a:ext cx="1005840" cy="1005840"/>
          </a:xfrm>
          <a:prstGeom prst="ellipse">
            <a:avLst/>
          </a:prstGeom>
          <a:solidFill>
            <a:srgbClr val="14161B"/>
          </a:solidFill>
          <a:ln w="9525">
            <a:solidFill>
              <a:srgbClr val="C9A24A"/>
            </a:solidFill>
            <a:prstDash val="solid"/>
          </a:ln>
        </p:spPr>
      </p:sp>
      <p:sp>
        <p:nvSpPr>
          <p:cNvPr id="15" name="Text 13"/>
          <p:cNvSpPr/>
          <p:nvPr/>
        </p:nvSpPr>
        <p:spPr>
          <a:xfrm>
            <a:off x="3378708" y="2313432"/>
            <a:ext cx="1005840" cy="274320"/>
          </a:xfrm>
          <a:prstGeom prst="rect">
            <a:avLst/>
          </a:prstGeom>
          <a:noFill/>
          <a:ln/>
        </p:spPr>
        <p:txBody>
          <a:bodyPr wrap="square" lIns="0" tIns="0" rIns="0" bIns="0" rtlCol="0" anchor="ctr"/>
          <a:lstStyle/>
          <a:p>
            <a:pPr algn="ctr" indent="0" marL="0">
              <a:buNone/>
            </a:pPr>
            <a:r>
              <a:rPr lang="en-US" sz="800" dirty="0">
                <a:solidFill>
                  <a:srgbClr val="9A958A"/>
                </a:solidFill>
                <a:latin typeface="IBM Plex Mono" pitchFamily="34" charset="0"/>
                <a:ea typeface="IBM Plex Mono" pitchFamily="34" charset="-122"/>
                <a:cs typeface="IBM Plex Mono" pitchFamily="34" charset="-120"/>
              </a:rPr>
              <a:t>IMAGO</a:t>
            </a:r>
            <a:endParaRPr lang="en-US" sz="800" dirty="0"/>
          </a:p>
        </p:txBody>
      </p:sp>
      <p:sp>
        <p:nvSpPr>
          <p:cNvPr id="16" name="Text 14"/>
          <p:cNvSpPr/>
          <p:nvPr/>
        </p:nvSpPr>
        <p:spPr>
          <a:xfrm>
            <a:off x="2944368" y="3044952"/>
            <a:ext cx="1874520" cy="365760"/>
          </a:xfrm>
          <a:prstGeom prst="rect">
            <a:avLst/>
          </a:prstGeom>
          <a:noFill/>
          <a:ln/>
        </p:spPr>
        <p:txBody>
          <a:bodyPr wrap="square" lIns="0" tIns="0" rIns="0" bIns="0" rtlCol="0" anchor="ctr"/>
          <a:lstStyle/>
          <a:p>
            <a:pPr algn="ctr" indent="0" marL="0">
              <a:buNone/>
            </a:pPr>
            <a:r>
              <a:rPr lang="en-US" sz="1900" b="1" dirty="0">
                <a:solidFill>
                  <a:srgbClr val="ECE8DF"/>
                </a:solidFill>
                <a:latin typeface="Cormorant Garamond" pitchFamily="34" charset="0"/>
                <a:ea typeface="Cormorant Garamond" pitchFamily="34" charset="-122"/>
                <a:cs typeface="Cormorant Garamond" pitchFamily="34" charset="-120"/>
              </a:rPr>
              <a:t>Lorem Ipsum</a:t>
            </a:r>
            <a:endParaRPr lang="en-US" sz="1900" dirty="0"/>
          </a:p>
        </p:txBody>
      </p:sp>
      <p:sp>
        <p:nvSpPr>
          <p:cNvPr id="17" name="Text 15"/>
          <p:cNvSpPr/>
          <p:nvPr/>
        </p:nvSpPr>
        <p:spPr>
          <a:xfrm>
            <a:off x="2944368" y="3429000"/>
            <a:ext cx="1874520" cy="274320"/>
          </a:xfrm>
          <a:prstGeom prst="rect">
            <a:avLst/>
          </a:prstGeom>
          <a:noFill/>
          <a:ln/>
        </p:spPr>
        <p:txBody>
          <a:bodyPr wrap="square" lIns="0" tIns="0" rIns="0" bIns="0" rtlCol="0" anchor="ctr"/>
          <a:lstStyle/>
          <a:p>
            <a:pPr algn="ctr" indent="0" marL="0">
              <a:buNone/>
            </a:pPr>
            <a:r>
              <a:rPr lang="en-US" sz="900" spc="200" kern="0" dirty="0">
                <a:solidFill>
                  <a:srgbClr val="D9C9A3"/>
                </a:solidFill>
                <a:latin typeface="IBM Plex Mono" pitchFamily="34" charset="0"/>
                <a:ea typeface="IBM Plex Mono" pitchFamily="34" charset="-122"/>
                <a:cs typeface="IBM Plex Mono" pitchFamily="34" charset="-120"/>
              </a:rPr>
              <a:t>DOLOR · SIT AMET</a:t>
            </a:r>
            <a:endParaRPr lang="en-US" sz="900" dirty="0"/>
          </a:p>
        </p:txBody>
      </p:sp>
      <p:sp>
        <p:nvSpPr>
          <p:cNvPr id="18" name="Shape 16"/>
          <p:cNvSpPr/>
          <p:nvPr/>
        </p:nvSpPr>
        <p:spPr>
          <a:xfrm>
            <a:off x="5157216" y="1783080"/>
            <a:ext cx="2057400" cy="2103120"/>
          </a:xfrm>
          <a:prstGeom prst="rect">
            <a:avLst/>
          </a:prstGeom>
          <a:solidFill>
            <a:srgbClr val="1B1E25"/>
          </a:solidFill>
          <a:ln w="9525">
            <a:solidFill>
              <a:srgbClr val="2C2F37"/>
            </a:solidFill>
            <a:prstDash val="solid"/>
          </a:ln>
        </p:spPr>
      </p:sp>
      <p:sp>
        <p:nvSpPr>
          <p:cNvPr id="19" name="Shape 17"/>
          <p:cNvSpPr/>
          <p:nvPr/>
        </p:nvSpPr>
        <p:spPr>
          <a:xfrm>
            <a:off x="5682996" y="1947672"/>
            <a:ext cx="1005840" cy="1005840"/>
          </a:xfrm>
          <a:prstGeom prst="ellipse">
            <a:avLst/>
          </a:prstGeom>
          <a:solidFill>
            <a:srgbClr val="14161B"/>
          </a:solidFill>
          <a:ln w="9525">
            <a:solidFill>
              <a:srgbClr val="C9A24A"/>
            </a:solidFill>
            <a:prstDash val="solid"/>
          </a:ln>
        </p:spPr>
      </p:sp>
      <p:sp>
        <p:nvSpPr>
          <p:cNvPr id="20" name="Text 18"/>
          <p:cNvSpPr/>
          <p:nvPr/>
        </p:nvSpPr>
        <p:spPr>
          <a:xfrm>
            <a:off x="5682996" y="2313432"/>
            <a:ext cx="1005840" cy="274320"/>
          </a:xfrm>
          <a:prstGeom prst="rect">
            <a:avLst/>
          </a:prstGeom>
          <a:noFill/>
          <a:ln/>
        </p:spPr>
        <p:txBody>
          <a:bodyPr wrap="square" lIns="0" tIns="0" rIns="0" bIns="0" rtlCol="0" anchor="ctr"/>
          <a:lstStyle/>
          <a:p>
            <a:pPr algn="ctr" indent="0" marL="0">
              <a:buNone/>
            </a:pPr>
            <a:r>
              <a:rPr lang="en-US" sz="800" dirty="0">
                <a:solidFill>
                  <a:srgbClr val="9A958A"/>
                </a:solidFill>
                <a:latin typeface="IBM Plex Mono" pitchFamily="34" charset="0"/>
                <a:ea typeface="IBM Plex Mono" pitchFamily="34" charset="-122"/>
                <a:cs typeface="IBM Plex Mono" pitchFamily="34" charset="-120"/>
              </a:rPr>
              <a:t>IMAGO</a:t>
            </a:r>
            <a:endParaRPr lang="en-US" sz="800" dirty="0"/>
          </a:p>
        </p:txBody>
      </p:sp>
      <p:sp>
        <p:nvSpPr>
          <p:cNvPr id="21" name="Text 19"/>
          <p:cNvSpPr/>
          <p:nvPr/>
        </p:nvSpPr>
        <p:spPr>
          <a:xfrm>
            <a:off x="5248656" y="3044952"/>
            <a:ext cx="1874520" cy="365760"/>
          </a:xfrm>
          <a:prstGeom prst="rect">
            <a:avLst/>
          </a:prstGeom>
          <a:noFill/>
          <a:ln/>
        </p:spPr>
        <p:txBody>
          <a:bodyPr wrap="square" lIns="0" tIns="0" rIns="0" bIns="0" rtlCol="0" anchor="ctr"/>
          <a:lstStyle/>
          <a:p>
            <a:pPr algn="ctr" indent="0" marL="0">
              <a:buNone/>
            </a:pPr>
            <a:r>
              <a:rPr lang="en-US" sz="1900" b="1" dirty="0">
                <a:solidFill>
                  <a:srgbClr val="ECE8DF"/>
                </a:solidFill>
                <a:latin typeface="Cormorant Garamond" pitchFamily="34" charset="0"/>
                <a:ea typeface="Cormorant Garamond" pitchFamily="34" charset="-122"/>
                <a:cs typeface="Cormorant Garamond" pitchFamily="34" charset="-120"/>
              </a:rPr>
              <a:t>Lorem Ipsum</a:t>
            </a:r>
            <a:endParaRPr lang="en-US" sz="1900" dirty="0"/>
          </a:p>
        </p:txBody>
      </p:sp>
      <p:sp>
        <p:nvSpPr>
          <p:cNvPr id="22" name="Text 20"/>
          <p:cNvSpPr/>
          <p:nvPr/>
        </p:nvSpPr>
        <p:spPr>
          <a:xfrm>
            <a:off x="5248656" y="3429000"/>
            <a:ext cx="1874520" cy="274320"/>
          </a:xfrm>
          <a:prstGeom prst="rect">
            <a:avLst/>
          </a:prstGeom>
          <a:noFill/>
          <a:ln/>
        </p:spPr>
        <p:txBody>
          <a:bodyPr wrap="square" lIns="0" tIns="0" rIns="0" bIns="0" rtlCol="0" anchor="ctr"/>
          <a:lstStyle/>
          <a:p>
            <a:pPr algn="ctr" indent="0" marL="0">
              <a:buNone/>
            </a:pPr>
            <a:r>
              <a:rPr lang="en-US" sz="900" spc="200" kern="0" dirty="0">
                <a:solidFill>
                  <a:srgbClr val="D9C9A3"/>
                </a:solidFill>
                <a:latin typeface="IBM Plex Mono" pitchFamily="34" charset="0"/>
                <a:ea typeface="IBM Plex Mono" pitchFamily="34" charset="-122"/>
                <a:cs typeface="IBM Plex Mono" pitchFamily="34" charset="-120"/>
              </a:rPr>
              <a:t>DOLOR · SIT AMET</a:t>
            </a:r>
            <a:endParaRPr lang="en-US" sz="900" dirty="0"/>
          </a:p>
        </p:txBody>
      </p:sp>
      <p:sp>
        <p:nvSpPr>
          <p:cNvPr id="23" name="Shape 21"/>
          <p:cNvSpPr/>
          <p:nvPr/>
        </p:nvSpPr>
        <p:spPr>
          <a:xfrm>
            <a:off x="7461504" y="1783080"/>
            <a:ext cx="2057400" cy="2103120"/>
          </a:xfrm>
          <a:prstGeom prst="rect">
            <a:avLst/>
          </a:prstGeom>
          <a:solidFill>
            <a:srgbClr val="1B1E25"/>
          </a:solidFill>
          <a:ln w="9525">
            <a:solidFill>
              <a:srgbClr val="2C2F37"/>
            </a:solidFill>
            <a:prstDash val="solid"/>
          </a:ln>
        </p:spPr>
      </p:sp>
      <p:sp>
        <p:nvSpPr>
          <p:cNvPr id="24" name="Shape 22"/>
          <p:cNvSpPr/>
          <p:nvPr/>
        </p:nvSpPr>
        <p:spPr>
          <a:xfrm>
            <a:off x="7987284" y="1947672"/>
            <a:ext cx="1005840" cy="1005840"/>
          </a:xfrm>
          <a:prstGeom prst="ellipse">
            <a:avLst/>
          </a:prstGeom>
          <a:solidFill>
            <a:srgbClr val="14161B"/>
          </a:solidFill>
          <a:ln w="9525">
            <a:solidFill>
              <a:srgbClr val="C9A24A"/>
            </a:solidFill>
            <a:prstDash val="solid"/>
          </a:ln>
        </p:spPr>
      </p:sp>
      <p:sp>
        <p:nvSpPr>
          <p:cNvPr id="25" name="Text 23"/>
          <p:cNvSpPr/>
          <p:nvPr/>
        </p:nvSpPr>
        <p:spPr>
          <a:xfrm>
            <a:off x="7987284" y="2313432"/>
            <a:ext cx="1005840" cy="274320"/>
          </a:xfrm>
          <a:prstGeom prst="rect">
            <a:avLst/>
          </a:prstGeom>
          <a:noFill/>
          <a:ln/>
        </p:spPr>
        <p:txBody>
          <a:bodyPr wrap="square" lIns="0" tIns="0" rIns="0" bIns="0" rtlCol="0" anchor="ctr"/>
          <a:lstStyle/>
          <a:p>
            <a:pPr algn="ctr" indent="0" marL="0">
              <a:buNone/>
            </a:pPr>
            <a:r>
              <a:rPr lang="en-US" sz="800" dirty="0">
                <a:solidFill>
                  <a:srgbClr val="9A958A"/>
                </a:solidFill>
                <a:latin typeface="IBM Plex Mono" pitchFamily="34" charset="0"/>
                <a:ea typeface="IBM Plex Mono" pitchFamily="34" charset="-122"/>
                <a:cs typeface="IBM Plex Mono" pitchFamily="34" charset="-120"/>
              </a:rPr>
              <a:t>IMAGO</a:t>
            </a:r>
            <a:endParaRPr lang="en-US" sz="800" dirty="0"/>
          </a:p>
        </p:txBody>
      </p:sp>
      <p:sp>
        <p:nvSpPr>
          <p:cNvPr id="26" name="Text 24"/>
          <p:cNvSpPr/>
          <p:nvPr/>
        </p:nvSpPr>
        <p:spPr>
          <a:xfrm>
            <a:off x="7552944" y="3044952"/>
            <a:ext cx="1874520" cy="365760"/>
          </a:xfrm>
          <a:prstGeom prst="rect">
            <a:avLst/>
          </a:prstGeom>
          <a:noFill/>
          <a:ln/>
        </p:spPr>
        <p:txBody>
          <a:bodyPr wrap="square" lIns="0" tIns="0" rIns="0" bIns="0" rtlCol="0" anchor="ctr"/>
          <a:lstStyle/>
          <a:p>
            <a:pPr algn="ctr" indent="0" marL="0">
              <a:buNone/>
            </a:pPr>
            <a:r>
              <a:rPr lang="en-US" sz="1900" b="1" dirty="0">
                <a:solidFill>
                  <a:srgbClr val="ECE8DF"/>
                </a:solidFill>
                <a:latin typeface="Cormorant Garamond" pitchFamily="34" charset="0"/>
                <a:ea typeface="Cormorant Garamond" pitchFamily="34" charset="-122"/>
                <a:cs typeface="Cormorant Garamond" pitchFamily="34" charset="-120"/>
              </a:rPr>
              <a:t>Lorem Ipsum</a:t>
            </a:r>
            <a:endParaRPr lang="en-US" sz="1900" dirty="0"/>
          </a:p>
        </p:txBody>
      </p:sp>
      <p:sp>
        <p:nvSpPr>
          <p:cNvPr id="27" name="Text 25"/>
          <p:cNvSpPr/>
          <p:nvPr/>
        </p:nvSpPr>
        <p:spPr>
          <a:xfrm>
            <a:off x="7552944" y="3429000"/>
            <a:ext cx="1874520" cy="274320"/>
          </a:xfrm>
          <a:prstGeom prst="rect">
            <a:avLst/>
          </a:prstGeom>
          <a:noFill/>
          <a:ln/>
        </p:spPr>
        <p:txBody>
          <a:bodyPr wrap="square" lIns="0" tIns="0" rIns="0" bIns="0" rtlCol="0" anchor="ctr"/>
          <a:lstStyle/>
          <a:p>
            <a:pPr algn="ctr" indent="0" marL="0">
              <a:buNone/>
            </a:pPr>
            <a:r>
              <a:rPr lang="en-US" sz="900" spc="200" kern="0" dirty="0">
                <a:solidFill>
                  <a:srgbClr val="D9C9A3"/>
                </a:solidFill>
                <a:latin typeface="IBM Plex Mono" pitchFamily="34" charset="0"/>
                <a:ea typeface="IBM Plex Mono" pitchFamily="34" charset="-122"/>
                <a:cs typeface="IBM Plex Mono" pitchFamily="34" charset="-120"/>
              </a:rPr>
              <a:t>DOLOR · SIT AMET</a:t>
            </a:r>
            <a:endParaRPr lang="en-US" sz="900" dirty="0"/>
          </a:p>
        </p:txBody>
      </p:sp>
      <p:sp>
        <p:nvSpPr>
          <p:cNvPr id="28" name="Shape 26"/>
          <p:cNvSpPr/>
          <p:nvPr/>
        </p:nvSpPr>
        <p:spPr>
          <a:xfrm>
            <a:off x="9765792" y="1783080"/>
            <a:ext cx="2057400" cy="2103120"/>
          </a:xfrm>
          <a:prstGeom prst="rect">
            <a:avLst/>
          </a:prstGeom>
          <a:solidFill>
            <a:srgbClr val="1B1E25"/>
          </a:solidFill>
          <a:ln w="9525">
            <a:solidFill>
              <a:srgbClr val="2C2F37"/>
            </a:solidFill>
            <a:prstDash val="solid"/>
          </a:ln>
        </p:spPr>
      </p:sp>
      <p:sp>
        <p:nvSpPr>
          <p:cNvPr id="29" name="Shape 27"/>
          <p:cNvSpPr/>
          <p:nvPr/>
        </p:nvSpPr>
        <p:spPr>
          <a:xfrm>
            <a:off x="10291572" y="1947672"/>
            <a:ext cx="1005840" cy="1005840"/>
          </a:xfrm>
          <a:prstGeom prst="ellipse">
            <a:avLst/>
          </a:prstGeom>
          <a:solidFill>
            <a:srgbClr val="14161B"/>
          </a:solidFill>
          <a:ln w="9525">
            <a:solidFill>
              <a:srgbClr val="C9A24A"/>
            </a:solidFill>
            <a:prstDash val="solid"/>
          </a:ln>
        </p:spPr>
      </p:sp>
      <p:sp>
        <p:nvSpPr>
          <p:cNvPr id="30" name="Text 28"/>
          <p:cNvSpPr/>
          <p:nvPr/>
        </p:nvSpPr>
        <p:spPr>
          <a:xfrm>
            <a:off x="10291572" y="2313432"/>
            <a:ext cx="1005840" cy="274320"/>
          </a:xfrm>
          <a:prstGeom prst="rect">
            <a:avLst/>
          </a:prstGeom>
          <a:noFill/>
          <a:ln/>
        </p:spPr>
        <p:txBody>
          <a:bodyPr wrap="square" lIns="0" tIns="0" rIns="0" bIns="0" rtlCol="0" anchor="ctr"/>
          <a:lstStyle/>
          <a:p>
            <a:pPr algn="ctr" indent="0" marL="0">
              <a:buNone/>
            </a:pPr>
            <a:r>
              <a:rPr lang="en-US" sz="800" dirty="0">
                <a:solidFill>
                  <a:srgbClr val="9A958A"/>
                </a:solidFill>
                <a:latin typeface="IBM Plex Mono" pitchFamily="34" charset="0"/>
                <a:ea typeface="IBM Plex Mono" pitchFamily="34" charset="-122"/>
                <a:cs typeface="IBM Plex Mono" pitchFamily="34" charset="-120"/>
              </a:rPr>
              <a:t>IMAGO</a:t>
            </a:r>
            <a:endParaRPr lang="en-US" sz="800" dirty="0"/>
          </a:p>
        </p:txBody>
      </p:sp>
      <p:sp>
        <p:nvSpPr>
          <p:cNvPr id="31" name="Text 29"/>
          <p:cNvSpPr/>
          <p:nvPr/>
        </p:nvSpPr>
        <p:spPr>
          <a:xfrm>
            <a:off x="9857232" y="3044952"/>
            <a:ext cx="1874520" cy="365760"/>
          </a:xfrm>
          <a:prstGeom prst="rect">
            <a:avLst/>
          </a:prstGeom>
          <a:noFill/>
          <a:ln/>
        </p:spPr>
        <p:txBody>
          <a:bodyPr wrap="square" lIns="0" tIns="0" rIns="0" bIns="0" rtlCol="0" anchor="ctr"/>
          <a:lstStyle/>
          <a:p>
            <a:pPr algn="ctr" indent="0" marL="0">
              <a:buNone/>
            </a:pPr>
            <a:r>
              <a:rPr lang="en-US" sz="1900" b="1" dirty="0">
                <a:solidFill>
                  <a:srgbClr val="ECE8DF"/>
                </a:solidFill>
                <a:latin typeface="Cormorant Garamond" pitchFamily="34" charset="0"/>
                <a:ea typeface="Cormorant Garamond" pitchFamily="34" charset="-122"/>
                <a:cs typeface="Cormorant Garamond" pitchFamily="34" charset="-120"/>
              </a:rPr>
              <a:t>Lorem Ipsum</a:t>
            </a:r>
            <a:endParaRPr lang="en-US" sz="1900" dirty="0"/>
          </a:p>
        </p:txBody>
      </p:sp>
      <p:sp>
        <p:nvSpPr>
          <p:cNvPr id="32" name="Text 30"/>
          <p:cNvSpPr/>
          <p:nvPr/>
        </p:nvSpPr>
        <p:spPr>
          <a:xfrm>
            <a:off x="9857232" y="3429000"/>
            <a:ext cx="1874520" cy="274320"/>
          </a:xfrm>
          <a:prstGeom prst="rect">
            <a:avLst/>
          </a:prstGeom>
          <a:noFill/>
          <a:ln/>
        </p:spPr>
        <p:txBody>
          <a:bodyPr wrap="square" lIns="0" tIns="0" rIns="0" bIns="0" rtlCol="0" anchor="ctr"/>
          <a:lstStyle/>
          <a:p>
            <a:pPr algn="ctr" indent="0" marL="0">
              <a:buNone/>
            </a:pPr>
            <a:r>
              <a:rPr lang="en-US" sz="900" spc="200" kern="0" dirty="0">
                <a:solidFill>
                  <a:srgbClr val="D9C9A3"/>
                </a:solidFill>
                <a:latin typeface="IBM Plex Mono" pitchFamily="34" charset="0"/>
                <a:ea typeface="IBM Plex Mono" pitchFamily="34" charset="-122"/>
                <a:cs typeface="IBM Plex Mono" pitchFamily="34" charset="-120"/>
              </a:rPr>
              <a:t>DOLOR · SIT AMET</a:t>
            </a:r>
            <a:endParaRPr lang="en-US" sz="900" dirty="0"/>
          </a:p>
        </p:txBody>
      </p:sp>
      <p:sp>
        <p:nvSpPr>
          <p:cNvPr id="33" name="Shape 31"/>
          <p:cNvSpPr/>
          <p:nvPr/>
        </p:nvSpPr>
        <p:spPr>
          <a:xfrm>
            <a:off x="548640" y="4069080"/>
            <a:ext cx="2057400" cy="2103120"/>
          </a:xfrm>
          <a:prstGeom prst="rect">
            <a:avLst/>
          </a:prstGeom>
          <a:solidFill>
            <a:srgbClr val="1B1E25"/>
          </a:solidFill>
          <a:ln w="9525">
            <a:solidFill>
              <a:srgbClr val="2C2F37"/>
            </a:solidFill>
            <a:prstDash val="solid"/>
          </a:ln>
        </p:spPr>
      </p:sp>
      <p:sp>
        <p:nvSpPr>
          <p:cNvPr id="34" name="Shape 32"/>
          <p:cNvSpPr/>
          <p:nvPr/>
        </p:nvSpPr>
        <p:spPr>
          <a:xfrm>
            <a:off x="1074420" y="4233672"/>
            <a:ext cx="1005840" cy="1005840"/>
          </a:xfrm>
          <a:prstGeom prst="ellipse">
            <a:avLst/>
          </a:prstGeom>
          <a:solidFill>
            <a:srgbClr val="14161B"/>
          </a:solidFill>
          <a:ln w="9525">
            <a:solidFill>
              <a:srgbClr val="C9A24A"/>
            </a:solidFill>
            <a:prstDash val="solid"/>
          </a:ln>
        </p:spPr>
      </p:sp>
      <p:sp>
        <p:nvSpPr>
          <p:cNvPr id="35" name="Text 33"/>
          <p:cNvSpPr/>
          <p:nvPr/>
        </p:nvSpPr>
        <p:spPr>
          <a:xfrm>
            <a:off x="1074420" y="4599432"/>
            <a:ext cx="1005840" cy="274320"/>
          </a:xfrm>
          <a:prstGeom prst="rect">
            <a:avLst/>
          </a:prstGeom>
          <a:noFill/>
          <a:ln/>
        </p:spPr>
        <p:txBody>
          <a:bodyPr wrap="square" lIns="0" tIns="0" rIns="0" bIns="0" rtlCol="0" anchor="ctr"/>
          <a:lstStyle/>
          <a:p>
            <a:pPr algn="ctr" indent="0" marL="0">
              <a:buNone/>
            </a:pPr>
            <a:r>
              <a:rPr lang="en-US" sz="800" dirty="0">
                <a:solidFill>
                  <a:srgbClr val="9A958A"/>
                </a:solidFill>
                <a:latin typeface="IBM Plex Mono" pitchFamily="34" charset="0"/>
                <a:ea typeface="IBM Plex Mono" pitchFamily="34" charset="-122"/>
                <a:cs typeface="IBM Plex Mono" pitchFamily="34" charset="-120"/>
              </a:rPr>
              <a:t>IMAGO</a:t>
            </a:r>
            <a:endParaRPr lang="en-US" sz="800" dirty="0"/>
          </a:p>
        </p:txBody>
      </p:sp>
      <p:sp>
        <p:nvSpPr>
          <p:cNvPr id="36" name="Text 34"/>
          <p:cNvSpPr/>
          <p:nvPr/>
        </p:nvSpPr>
        <p:spPr>
          <a:xfrm>
            <a:off x="640080" y="5330952"/>
            <a:ext cx="1874520" cy="365760"/>
          </a:xfrm>
          <a:prstGeom prst="rect">
            <a:avLst/>
          </a:prstGeom>
          <a:noFill/>
          <a:ln/>
        </p:spPr>
        <p:txBody>
          <a:bodyPr wrap="square" lIns="0" tIns="0" rIns="0" bIns="0" rtlCol="0" anchor="ctr"/>
          <a:lstStyle/>
          <a:p>
            <a:pPr algn="ctr" indent="0" marL="0">
              <a:buNone/>
            </a:pPr>
            <a:r>
              <a:rPr lang="en-US" sz="1900" b="1" dirty="0">
                <a:solidFill>
                  <a:srgbClr val="ECE8DF"/>
                </a:solidFill>
                <a:latin typeface="Cormorant Garamond" pitchFamily="34" charset="0"/>
                <a:ea typeface="Cormorant Garamond" pitchFamily="34" charset="-122"/>
                <a:cs typeface="Cormorant Garamond" pitchFamily="34" charset="-120"/>
              </a:rPr>
              <a:t>Lorem Ipsum</a:t>
            </a:r>
            <a:endParaRPr lang="en-US" sz="1900" dirty="0"/>
          </a:p>
        </p:txBody>
      </p:sp>
      <p:sp>
        <p:nvSpPr>
          <p:cNvPr id="37" name="Text 35"/>
          <p:cNvSpPr/>
          <p:nvPr/>
        </p:nvSpPr>
        <p:spPr>
          <a:xfrm>
            <a:off x="640080" y="5715000"/>
            <a:ext cx="1874520" cy="274320"/>
          </a:xfrm>
          <a:prstGeom prst="rect">
            <a:avLst/>
          </a:prstGeom>
          <a:noFill/>
          <a:ln/>
        </p:spPr>
        <p:txBody>
          <a:bodyPr wrap="square" lIns="0" tIns="0" rIns="0" bIns="0" rtlCol="0" anchor="ctr"/>
          <a:lstStyle/>
          <a:p>
            <a:pPr algn="ctr" indent="0" marL="0">
              <a:buNone/>
            </a:pPr>
            <a:r>
              <a:rPr lang="en-US" sz="900" spc="200" kern="0" dirty="0">
                <a:solidFill>
                  <a:srgbClr val="D9C9A3"/>
                </a:solidFill>
                <a:latin typeface="IBM Plex Mono" pitchFamily="34" charset="0"/>
                <a:ea typeface="IBM Plex Mono" pitchFamily="34" charset="-122"/>
                <a:cs typeface="IBM Plex Mono" pitchFamily="34" charset="-120"/>
              </a:rPr>
              <a:t>DOLOR · SIT AMET</a:t>
            </a:r>
            <a:endParaRPr lang="en-US" sz="900" dirty="0"/>
          </a:p>
        </p:txBody>
      </p:sp>
      <p:sp>
        <p:nvSpPr>
          <p:cNvPr id="38" name="Shape 36"/>
          <p:cNvSpPr/>
          <p:nvPr/>
        </p:nvSpPr>
        <p:spPr>
          <a:xfrm>
            <a:off x="2852928" y="4069080"/>
            <a:ext cx="2057400" cy="2103120"/>
          </a:xfrm>
          <a:prstGeom prst="rect">
            <a:avLst/>
          </a:prstGeom>
          <a:solidFill>
            <a:srgbClr val="1B1E25"/>
          </a:solidFill>
          <a:ln w="9525">
            <a:solidFill>
              <a:srgbClr val="2C2F37"/>
            </a:solidFill>
            <a:prstDash val="solid"/>
          </a:ln>
        </p:spPr>
      </p:sp>
      <p:sp>
        <p:nvSpPr>
          <p:cNvPr id="39" name="Shape 37"/>
          <p:cNvSpPr/>
          <p:nvPr/>
        </p:nvSpPr>
        <p:spPr>
          <a:xfrm>
            <a:off x="3378708" y="4233672"/>
            <a:ext cx="1005840" cy="1005840"/>
          </a:xfrm>
          <a:prstGeom prst="ellipse">
            <a:avLst/>
          </a:prstGeom>
          <a:solidFill>
            <a:srgbClr val="14161B"/>
          </a:solidFill>
          <a:ln w="9525">
            <a:solidFill>
              <a:srgbClr val="C9A24A"/>
            </a:solidFill>
            <a:prstDash val="solid"/>
          </a:ln>
        </p:spPr>
      </p:sp>
      <p:sp>
        <p:nvSpPr>
          <p:cNvPr id="40" name="Text 38"/>
          <p:cNvSpPr/>
          <p:nvPr/>
        </p:nvSpPr>
        <p:spPr>
          <a:xfrm>
            <a:off x="3378708" y="4599432"/>
            <a:ext cx="1005840" cy="274320"/>
          </a:xfrm>
          <a:prstGeom prst="rect">
            <a:avLst/>
          </a:prstGeom>
          <a:noFill/>
          <a:ln/>
        </p:spPr>
        <p:txBody>
          <a:bodyPr wrap="square" lIns="0" tIns="0" rIns="0" bIns="0" rtlCol="0" anchor="ctr"/>
          <a:lstStyle/>
          <a:p>
            <a:pPr algn="ctr" indent="0" marL="0">
              <a:buNone/>
            </a:pPr>
            <a:r>
              <a:rPr lang="en-US" sz="800" dirty="0">
                <a:solidFill>
                  <a:srgbClr val="9A958A"/>
                </a:solidFill>
                <a:latin typeface="IBM Plex Mono" pitchFamily="34" charset="0"/>
                <a:ea typeface="IBM Plex Mono" pitchFamily="34" charset="-122"/>
                <a:cs typeface="IBM Plex Mono" pitchFamily="34" charset="-120"/>
              </a:rPr>
              <a:t>IMAGO</a:t>
            </a:r>
            <a:endParaRPr lang="en-US" sz="800" dirty="0"/>
          </a:p>
        </p:txBody>
      </p:sp>
      <p:sp>
        <p:nvSpPr>
          <p:cNvPr id="41" name="Text 39"/>
          <p:cNvSpPr/>
          <p:nvPr/>
        </p:nvSpPr>
        <p:spPr>
          <a:xfrm>
            <a:off x="2944368" y="5330952"/>
            <a:ext cx="1874520" cy="365760"/>
          </a:xfrm>
          <a:prstGeom prst="rect">
            <a:avLst/>
          </a:prstGeom>
          <a:noFill/>
          <a:ln/>
        </p:spPr>
        <p:txBody>
          <a:bodyPr wrap="square" lIns="0" tIns="0" rIns="0" bIns="0" rtlCol="0" anchor="ctr"/>
          <a:lstStyle/>
          <a:p>
            <a:pPr algn="ctr" indent="0" marL="0">
              <a:buNone/>
            </a:pPr>
            <a:r>
              <a:rPr lang="en-US" sz="1900" b="1" dirty="0">
                <a:solidFill>
                  <a:srgbClr val="ECE8DF"/>
                </a:solidFill>
                <a:latin typeface="Cormorant Garamond" pitchFamily="34" charset="0"/>
                <a:ea typeface="Cormorant Garamond" pitchFamily="34" charset="-122"/>
                <a:cs typeface="Cormorant Garamond" pitchFamily="34" charset="-120"/>
              </a:rPr>
              <a:t>Lorem Ipsum</a:t>
            </a:r>
            <a:endParaRPr lang="en-US" sz="1900" dirty="0"/>
          </a:p>
        </p:txBody>
      </p:sp>
      <p:sp>
        <p:nvSpPr>
          <p:cNvPr id="42" name="Text 40"/>
          <p:cNvSpPr/>
          <p:nvPr/>
        </p:nvSpPr>
        <p:spPr>
          <a:xfrm>
            <a:off x="2944368" y="5715000"/>
            <a:ext cx="1874520" cy="274320"/>
          </a:xfrm>
          <a:prstGeom prst="rect">
            <a:avLst/>
          </a:prstGeom>
          <a:noFill/>
          <a:ln/>
        </p:spPr>
        <p:txBody>
          <a:bodyPr wrap="square" lIns="0" tIns="0" rIns="0" bIns="0" rtlCol="0" anchor="ctr"/>
          <a:lstStyle/>
          <a:p>
            <a:pPr algn="ctr" indent="0" marL="0">
              <a:buNone/>
            </a:pPr>
            <a:r>
              <a:rPr lang="en-US" sz="900" spc="200" kern="0" dirty="0">
                <a:solidFill>
                  <a:srgbClr val="D9C9A3"/>
                </a:solidFill>
                <a:latin typeface="IBM Plex Mono" pitchFamily="34" charset="0"/>
                <a:ea typeface="IBM Plex Mono" pitchFamily="34" charset="-122"/>
                <a:cs typeface="IBM Plex Mono" pitchFamily="34" charset="-120"/>
              </a:rPr>
              <a:t>DOLOR · SIT AMET</a:t>
            </a:r>
            <a:endParaRPr lang="en-US" sz="900" dirty="0"/>
          </a:p>
        </p:txBody>
      </p:sp>
      <p:sp>
        <p:nvSpPr>
          <p:cNvPr id="43" name="Shape 41"/>
          <p:cNvSpPr/>
          <p:nvPr/>
        </p:nvSpPr>
        <p:spPr>
          <a:xfrm>
            <a:off x="5157216" y="4069080"/>
            <a:ext cx="2057400" cy="2103120"/>
          </a:xfrm>
          <a:prstGeom prst="rect">
            <a:avLst/>
          </a:prstGeom>
          <a:solidFill>
            <a:srgbClr val="1B1E25"/>
          </a:solidFill>
          <a:ln w="9525">
            <a:solidFill>
              <a:srgbClr val="2C2F37"/>
            </a:solidFill>
            <a:prstDash val="solid"/>
          </a:ln>
        </p:spPr>
      </p:sp>
      <p:sp>
        <p:nvSpPr>
          <p:cNvPr id="44" name="Shape 42"/>
          <p:cNvSpPr/>
          <p:nvPr/>
        </p:nvSpPr>
        <p:spPr>
          <a:xfrm>
            <a:off x="5682996" y="4233672"/>
            <a:ext cx="1005840" cy="1005840"/>
          </a:xfrm>
          <a:prstGeom prst="ellipse">
            <a:avLst/>
          </a:prstGeom>
          <a:solidFill>
            <a:srgbClr val="14161B"/>
          </a:solidFill>
          <a:ln w="9525">
            <a:solidFill>
              <a:srgbClr val="C9A24A"/>
            </a:solidFill>
            <a:prstDash val="solid"/>
          </a:ln>
        </p:spPr>
      </p:sp>
      <p:sp>
        <p:nvSpPr>
          <p:cNvPr id="45" name="Text 43"/>
          <p:cNvSpPr/>
          <p:nvPr/>
        </p:nvSpPr>
        <p:spPr>
          <a:xfrm>
            <a:off x="5682996" y="4599432"/>
            <a:ext cx="1005840" cy="274320"/>
          </a:xfrm>
          <a:prstGeom prst="rect">
            <a:avLst/>
          </a:prstGeom>
          <a:noFill/>
          <a:ln/>
        </p:spPr>
        <p:txBody>
          <a:bodyPr wrap="square" lIns="0" tIns="0" rIns="0" bIns="0" rtlCol="0" anchor="ctr"/>
          <a:lstStyle/>
          <a:p>
            <a:pPr algn="ctr" indent="0" marL="0">
              <a:buNone/>
            </a:pPr>
            <a:r>
              <a:rPr lang="en-US" sz="800" dirty="0">
                <a:solidFill>
                  <a:srgbClr val="9A958A"/>
                </a:solidFill>
                <a:latin typeface="IBM Plex Mono" pitchFamily="34" charset="0"/>
                <a:ea typeface="IBM Plex Mono" pitchFamily="34" charset="-122"/>
                <a:cs typeface="IBM Plex Mono" pitchFamily="34" charset="-120"/>
              </a:rPr>
              <a:t>IMAGO</a:t>
            </a:r>
            <a:endParaRPr lang="en-US" sz="800" dirty="0"/>
          </a:p>
        </p:txBody>
      </p:sp>
      <p:sp>
        <p:nvSpPr>
          <p:cNvPr id="46" name="Text 44"/>
          <p:cNvSpPr/>
          <p:nvPr/>
        </p:nvSpPr>
        <p:spPr>
          <a:xfrm>
            <a:off x="5248656" y="5330952"/>
            <a:ext cx="1874520" cy="365760"/>
          </a:xfrm>
          <a:prstGeom prst="rect">
            <a:avLst/>
          </a:prstGeom>
          <a:noFill/>
          <a:ln/>
        </p:spPr>
        <p:txBody>
          <a:bodyPr wrap="square" lIns="0" tIns="0" rIns="0" bIns="0" rtlCol="0" anchor="ctr"/>
          <a:lstStyle/>
          <a:p>
            <a:pPr algn="ctr" indent="0" marL="0">
              <a:buNone/>
            </a:pPr>
            <a:r>
              <a:rPr lang="en-US" sz="1900" b="1" dirty="0">
                <a:solidFill>
                  <a:srgbClr val="ECE8DF"/>
                </a:solidFill>
                <a:latin typeface="Cormorant Garamond" pitchFamily="34" charset="0"/>
                <a:ea typeface="Cormorant Garamond" pitchFamily="34" charset="-122"/>
                <a:cs typeface="Cormorant Garamond" pitchFamily="34" charset="-120"/>
              </a:rPr>
              <a:t>Lorem Ipsum</a:t>
            </a:r>
            <a:endParaRPr lang="en-US" sz="1900" dirty="0"/>
          </a:p>
        </p:txBody>
      </p:sp>
      <p:sp>
        <p:nvSpPr>
          <p:cNvPr id="47" name="Text 45"/>
          <p:cNvSpPr/>
          <p:nvPr/>
        </p:nvSpPr>
        <p:spPr>
          <a:xfrm>
            <a:off x="5248656" y="5715000"/>
            <a:ext cx="1874520" cy="274320"/>
          </a:xfrm>
          <a:prstGeom prst="rect">
            <a:avLst/>
          </a:prstGeom>
          <a:noFill/>
          <a:ln/>
        </p:spPr>
        <p:txBody>
          <a:bodyPr wrap="square" lIns="0" tIns="0" rIns="0" bIns="0" rtlCol="0" anchor="ctr"/>
          <a:lstStyle/>
          <a:p>
            <a:pPr algn="ctr" indent="0" marL="0">
              <a:buNone/>
            </a:pPr>
            <a:r>
              <a:rPr lang="en-US" sz="900" spc="200" kern="0" dirty="0">
                <a:solidFill>
                  <a:srgbClr val="D9C9A3"/>
                </a:solidFill>
                <a:latin typeface="IBM Plex Mono" pitchFamily="34" charset="0"/>
                <a:ea typeface="IBM Plex Mono" pitchFamily="34" charset="-122"/>
                <a:cs typeface="IBM Plex Mono" pitchFamily="34" charset="-120"/>
              </a:rPr>
              <a:t>DOLOR · SIT AMET</a:t>
            </a:r>
            <a:endParaRPr lang="en-US" sz="900" dirty="0"/>
          </a:p>
        </p:txBody>
      </p:sp>
      <p:sp>
        <p:nvSpPr>
          <p:cNvPr id="48" name="Shape 46"/>
          <p:cNvSpPr/>
          <p:nvPr/>
        </p:nvSpPr>
        <p:spPr>
          <a:xfrm>
            <a:off x="7461504" y="4069080"/>
            <a:ext cx="2057400" cy="2103120"/>
          </a:xfrm>
          <a:prstGeom prst="rect">
            <a:avLst/>
          </a:prstGeom>
          <a:solidFill>
            <a:srgbClr val="1B1E25"/>
          </a:solidFill>
          <a:ln w="9525">
            <a:solidFill>
              <a:srgbClr val="2C2F37"/>
            </a:solidFill>
            <a:prstDash val="solid"/>
          </a:ln>
        </p:spPr>
      </p:sp>
      <p:sp>
        <p:nvSpPr>
          <p:cNvPr id="49" name="Shape 47"/>
          <p:cNvSpPr/>
          <p:nvPr/>
        </p:nvSpPr>
        <p:spPr>
          <a:xfrm>
            <a:off x="7987284" y="4233672"/>
            <a:ext cx="1005840" cy="1005840"/>
          </a:xfrm>
          <a:prstGeom prst="ellipse">
            <a:avLst/>
          </a:prstGeom>
          <a:solidFill>
            <a:srgbClr val="14161B"/>
          </a:solidFill>
          <a:ln w="9525">
            <a:solidFill>
              <a:srgbClr val="C9A24A"/>
            </a:solidFill>
            <a:prstDash val="solid"/>
          </a:ln>
        </p:spPr>
      </p:sp>
      <p:sp>
        <p:nvSpPr>
          <p:cNvPr id="50" name="Text 48"/>
          <p:cNvSpPr/>
          <p:nvPr/>
        </p:nvSpPr>
        <p:spPr>
          <a:xfrm>
            <a:off x="7987284" y="4599432"/>
            <a:ext cx="1005840" cy="274320"/>
          </a:xfrm>
          <a:prstGeom prst="rect">
            <a:avLst/>
          </a:prstGeom>
          <a:noFill/>
          <a:ln/>
        </p:spPr>
        <p:txBody>
          <a:bodyPr wrap="square" lIns="0" tIns="0" rIns="0" bIns="0" rtlCol="0" anchor="ctr"/>
          <a:lstStyle/>
          <a:p>
            <a:pPr algn="ctr" indent="0" marL="0">
              <a:buNone/>
            </a:pPr>
            <a:r>
              <a:rPr lang="en-US" sz="800" dirty="0">
                <a:solidFill>
                  <a:srgbClr val="9A958A"/>
                </a:solidFill>
                <a:latin typeface="IBM Plex Mono" pitchFamily="34" charset="0"/>
                <a:ea typeface="IBM Plex Mono" pitchFamily="34" charset="-122"/>
                <a:cs typeface="IBM Plex Mono" pitchFamily="34" charset="-120"/>
              </a:rPr>
              <a:t>IMAGO</a:t>
            </a:r>
            <a:endParaRPr lang="en-US" sz="800" dirty="0"/>
          </a:p>
        </p:txBody>
      </p:sp>
      <p:sp>
        <p:nvSpPr>
          <p:cNvPr id="51" name="Text 49"/>
          <p:cNvSpPr/>
          <p:nvPr/>
        </p:nvSpPr>
        <p:spPr>
          <a:xfrm>
            <a:off x="7552944" y="5330952"/>
            <a:ext cx="1874520" cy="365760"/>
          </a:xfrm>
          <a:prstGeom prst="rect">
            <a:avLst/>
          </a:prstGeom>
          <a:noFill/>
          <a:ln/>
        </p:spPr>
        <p:txBody>
          <a:bodyPr wrap="square" lIns="0" tIns="0" rIns="0" bIns="0" rtlCol="0" anchor="ctr"/>
          <a:lstStyle/>
          <a:p>
            <a:pPr algn="ctr" indent="0" marL="0">
              <a:buNone/>
            </a:pPr>
            <a:r>
              <a:rPr lang="en-US" sz="1900" b="1" dirty="0">
                <a:solidFill>
                  <a:srgbClr val="ECE8DF"/>
                </a:solidFill>
                <a:latin typeface="Cormorant Garamond" pitchFamily="34" charset="0"/>
                <a:ea typeface="Cormorant Garamond" pitchFamily="34" charset="-122"/>
                <a:cs typeface="Cormorant Garamond" pitchFamily="34" charset="-120"/>
              </a:rPr>
              <a:t>Lorem Ipsum</a:t>
            </a:r>
            <a:endParaRPr lang="en-US" sz="1900" dirty="0"/>
          </a:p>
        </p:txBody>
      </p:sp>
      <p:sp>
        <p:nvSpPr>
          <p:cNvPr id="52" name="Text 50"/>
          <p:cNvSpPr/>
          <p:nvPr/>
        </p:nvSpPr>
        <p:spPr>
          <a:xfrm>
            <a:off x="7552944" y="5715000"/>
            <a:ext cx="1874520" cy="274320"/>
          </a:xfrm>
          <a:prstGeom prst="rect">
            <a:avLst/>
          </a:prstGeom>
          <a:noFill/>
          <a:ln/>
        </p:spPr>
        <p:txBody>
          <a:bodyPr wrap="square" lIns="0" tIns="0" rIns="0" bIns="0" rtlCol="0" anchor="ctr"/>
          <a:lstStyle/>
          <a:p>
            <a:pPr algn="ctr" indent="0" marL="0">
              <a:buNone/>
            </a:pPr>
            <a:r>
              <a:rPr lang="en-US" sz="900" spc="200" kern="0" dirty="0">
                <a:solidFill>
                  <a:srgbClr val="D9C9A3"/>
                </a:solidFill>
                <a:latin typeface="IBM Plex Mono" pitchFamily="34" charset="0"/>
                <a:ea typeface="IBM Plex Mono" pitchFamily="34" charset="-122"/>
                <a:cs typeface="IBM Plex Mono" pitchFamily="34" charset="-120"/>
              </a:rPr>
              <a:t>DOLOR · SIT AMET</a:t>
            </a:r>
            <a:endParaRPr lang="en-US" sz="900" dirty="0"/>
          </a:p>
        </p:txBody>
      </p:sp>
      <p:sp>
        <p:nvSpPr>
          <p:cNvPr id="53" name="Shape 51"/>
          <p:cNvSpPr/>
          <p:nvPr/>
        </p:nvSpPr>
        <p:spPr>
          <a:xfrm>
            <a:off x="9765792" y="4069080"/>
            <a:ext cx="2057400" cy="2103120"/>
          </a:xfrm>
          <a:prstGeom prst="rect">
            <a:avLst/>
          </a:prstGeom>
          <a:solidFill>
            <a:srgbClr val="1B1E25"/>
          </a:solidFill>
          <a:ln w="9525">
            <a:solidFill>
              <a:srgbClr val="2C2F37"/>
            </a:solidFill>
            <a:prstDash val="solid"/>
          </a:ln>
        </p:spPr>
      </p:sp>
      <p:sp>
        <p:nvSpPr>
          <p:cNvPr id="54" name="Shape 52"/>
          <p:cNvSpPr/>
          <p:nvPr/>
        </p:nvSpPr>
        <p:spPr>
          <a:xfrm>
            <a:off x="10291572" y="4233672"/>
            <a:ext cx="1005840" cy="1005840"/>
          </a:xfrm>
          <a:prstGeom prst="ellipse">
            <a:avLst/>
          </a:prstGeom>
          <a:solidFill>
            <a:srgbClr val="14161B"/>
          </a:solidFill>
          <a:ln w="9525">
            <a:solidFill>
              <a:srgbClr val="C9A24A"/>
            </a:solidFill>
            <a:prstDash val="solid"/>
          </a:ln>
        </p:spPr>
      </p:sp>
      <p:sp>
        <p:nvSpPr>
          <p:cNvPr id="55" name="Text 53"/>
          <p:cNvSpPr/>
          <p:nvPr/>
        </p:nvSpPr>
        <p:spPr>
          <a:xfrm>
            <a:off x="10291572" y="4599432"/>
            <a:ext cx="1005840" cy="274320"/>
          </a:xfrm>
          <a:prstGeom prst="rect">
            <a:avLst/>
          </a:prstGeom>
          <a:noFill/>
          <a:ln/>
        </p:spPr>
        <p:txBody>
          <a:bodyPr wrap="square" lIns="0" tIns="0" rIns="0" bIns="0" rtlCol="0" anchor="ctr"/>
          <a:lstStyle/>
          <a:p>
            <a:pPr algn="ctr" indent="0" marL="0">
              <a:buNone/>
            </a:pPr>
            <a:r>
              <a:rPr lang="en-US" sz="800" dirty="0">
                <a:solidFill>
                  <a:srgbClr val="9A958A"/>
                </a:solidFill>
                <a:latin typeface="IBM Plex Mono" pitchFamily="34" charset="0"/>
                <a:ea typeface="IBM Plex Mono" pitchFamily="34" charset="-122"/>
                <a:cs typeface="IBM Plex Mono" pitchFamily="34" charset="-120"/>
              </a:rPr>
              <a:t>IMAGO</a:t>
            </a:r>
            <a:endParaRPr lang="en-US" sz="800" dirty="0"/>
          </a:p>
        </p:txBody>
      </p:sp>
      <p:sp>
        <p:nvSpPr>
          <p:cNvPr id="56" name="Text 54"/>
          <p:cNvSpPr/>
          <p:nvPr/>
        </p:nvSpPr>
        <p:spPr>
          <a:xfrm>
            <a:off x="9857232" y="5330952"/>
            <a:ext cx="1874520" cy="365760"/>
          </a:xfrm>
          <a:prstGeom prst="rect">
            <a:avLst/>
          </a:prstGeom>
          <a:noFill/>
          <a:ln/>
        </p:spPr>
        <p:txBody>
          <a:bodyPr wrap="square" lIns="0" tIns="0" rIns="0" bIns="0" rtlCol="0" anchor="ctr"/>
          <a:lstStyle/>
          <a:p>
            <a:pPr algn="ctr" indent="0" marL="0">
              <a:buNone/>
            </a:pPr>
            <a:r>
              <a:rPr lang="en-US" sz="1900" b="1" dirty="0">
                <a:solidFill>
                  <a:srgbClr val="ECE8DF"/>
                </a:solidFill>
                <a:latin typeface="Cormorant Garamond" pitchFamily="34" charset="0"/>
                <a:ea typeface="Cormorant Garamond" pitchFamily="34" charset="-122"/>
                <a:cs typeface="Cormorant Garamond" pitchFamily="34" charset="-120"/>
              </a:rPr>
              <a:t>Lorem Ipsum</a:t>
            </a:r>
            <a:endParaRPr lang="en-US" sz="1900" dirty="0"/>
          </a:p>
        </p:txBody>
      </p:sp>
      <p:sp>
        <p:nvSpPr>
          <p:cNvPr id="57" name="Text 55"/>
          <p:cNvSpPr/>
          <p:nvPr/>
        </p:nvSpPr>
        <p:spPr>
          <a:xfrm>
            <a:off x="9857232" y="5715000"/>
            <a:ext cx="1874520" cy="274320"/>
          </a:xfrm>
          <a:prstGeom prst="rect">
            <a:avLst/>
          </a:prstGeom>
          <a:noFill/>
          <a:ln/>
        </p:spPr>
        <p:txBody>
          <a:bodyPr wrap="square" lIns="0" tIns="0" rIns="0" bIns="0" rtlCol="0" anchor="ctr"/>
          <a:lstStyle/>
          <a:p>
            <a:pPr algn="ctr" indent="0" marL="0">
              <a:buNone/>
            </a:pPr>
            <a:r>
              <a:rPr lang="en-US" sz="900" spc="200" kern="0" dirty="0">
                <a:solidFill>
                  <a:srgbClr val="D9C9A3"/>
                </a:solidFill>
                <a:latin typeface="IBM Plex Mono" pitchFamily="34" charset="0"/>
                <a:ea typeface="IBM Plex Mono" pitchFamily="34" charset="-122"/>
                <a:cs typeface="IBM Plex Mono" pitchFamily="34" charset="-120"/>
              </a:rPr>
              <a:t>DOLOR · SIT AMET</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D10"/>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000" b="1" spc="400" kern="0" dirty="0">
                <a:solidFill>
                  <a:srgbClr val="C9A24A"/>
                </a:solidFill>
                <a:latin typeface="IBM Plex Mono" pitchFamily="34" charset="0"/>
                <a:ea typeface="IBM Plex Mono" pitchFamily="34" charset="-122"/>
                <a:cs typeface="IBM Plex Mono" pitchFamily="34" charset="-120"/>
              </a:rPr>
              <a:t>LOREM IPSUM · QUADRUM SUMMARIUM</a:t>
            </a:r>
            <a:endParaRPr lang="en-US" sz="1000" dirty="0"/>
          </a:p>
        </p:txBody>
      </p:sp>
      <p:sp>
        <p:nvSpPr>
          <p:cNvPr id="3" name="Text 1"/>
          <p:cNvSpPr/>
          <p:nvPr/>
        </p:nvSpPr>
        <p:spPr>
          <a:xfrm>
            <a:off x="10728655" y="292608"/>
            <a:ext cx="914400" cy="274320"/>
          </a:xfrm>
          <a:prstGeom prst="rect">
            <a:avLst/>
          </a:prstGeom>
          <a:noFill/>
          <a:ln/>
        </p:spPr>
        <p:txBody>
          <a:bodyPr wrap="square" lIns="0" tIns="0" rIns="0" bIns="0" rtlCol="0" anchor="ctr"/>
          <a:lstStyle/>
          <a:p>
            <a:pPr algn="r" indent="0" marL="0">
              <a:buNone/>
            </a:pPr>
            <a:r>
              <a:rPr lang="en-US" sz="1000" dirty="0">
                <a:solidFill>
                  <a:srgbClr val="9A958A"/>
                </a:solidFill>
                <a:latin typeface="IBM Plex Mono" pitchFamily="34" charset="0"/>
                <a:ea typeface="IBM Plex Mono" pitchFamily="34" charset="-122"/>
                <a:cs typeface="IBM Plex Mono" pitchFamily="34" charset="-120"/>
              </a:rPr>
              <a:t>09</a:t>
            </a:r>
            <a:endParaRPr lang="en-US" sz="1000" dirty="0"/>
          </a:p>
        </p:txBody>
      </p:sp>
      <p:sp>
        <p:nvSpPr>
          <p:cNvPr id="4" name="Shape 2"/>
          <p:cNvSpPr/>
          <p:nvPr/>
        </p:nvSpPr>
        <p:spPr>
          <a:xfrm>
            <a:off x="548640" y="658368"/>
            <a:ext cx="11094415" cy="0"/>
          </a:xfrm>
          <a:prstGeom prst="line">
            <a:avLst/>
          </a:prstGeom>
          <a:noFill/>
          <a:ln w="9525">
            <a:solidFill>
              <a:srgbClr val="2C2F37"/>
            </a:solidFill>
            <a:prstDash val="solid"/>
          </a:ln>
        </p:spPr>
      </p:sp>
      <p:sp>
        <p:nvSpPr>
          <p:cNvPr id="5" name="Text 3"/>
          <p:cNvSpPr/>
          <p:nvPr/>
        </p:nvSpPr>
        <p:spPr>
          <a:xfrm>
            <a:off x="548640" y="6419088"/>
            <a:ext cx="5486400" cy="228600"/>
          </a:xfrm>
          <a:prstGeom prst="rect">
            <a:avLst/>
          </a:prstGeom>
          <a:noFill/>
          <a:ln/>
        </p:spPr>
        <p:txBody>
          <a:bodyPr wrap="square" lIns="0" tIns="0" rIns="0" bIns="0" rtlCol="0" anchor="ctr"/>
          <a:lstStyle/>
          <a:p>
            <a:pPr indent="0" marL="0">
              <a:buNone/>
            </a:pPr>
            <a:r>
              <a:rPr lang="en-US" sz="900" spc="300" kern="0" dirty="0">
                <a:solidFill>
                  <a:srgbClr val="9A958A"/>
                </a:solidFill>
                <a:latin typeface="IBM Plex Mono" pitchFamily="34" charset="0"/>
                <a:ea typeface="IBM Plex Mono" pitchFamily="34" charset="-122"/>
                <a:cs typeface="IBM Plex Mono" pitchFamily="34" charset="-120"/>
              </a:rPr>
              <a:t>LOREM IPSUM · DOLOR SIT AMET</a:t>
            </a:r>
            <a:endParaRPr lang="en-US" sz="900" dirty="0"/>
          </a:p>
        </p:txBody>
      </p:sp>
      <p:sp>
        <p:nvSpPr>
          <p:cNvPr id="6" name="Shape 4"/>
          <p:cNvSpPr/>
          <p:nvPr/>
        </p:nvSpPr>
        <p:spPr>
          <a:xfrm>
            <a:off x="9814255" y="6528816"/>
            <a:ext cx="1828800" cy="0"/>
          </a:xfrm>
          <a:prstGeom prst="line">
            <a:avLst/>
          </a:prstGeom>
          <a:noFill/>
          <a:ln w="9525">
            <a:solidFill>
              <a:srgbClr val="C9A24A"/>
            </a:solidFill>
            <a:prstDash val="solid"/>
          </a:ln>
        </p:spPr>
      </p:sp>
      <p:sp>
        <p:nvSpPr>
          <p:cNvPr id="7" name="Text 5"/>
          <p:cNvSpPr/>
          <p:nvPr/>
        </p:nvSpPr>
        <p:spPr>
          <a:xfrm>
            <a:off x="548640" y="868680"/>
            <a:ext cx="9144000" cy="731520"/>
          </a:xfrm>
          <a:prstGeom prst="rect">
            <a:avLst/>
          </a:prstGeom>
          <a:noFill/>
          <a:ln/>
        </p:spPr>
        <p:txBody>
          <a:bodyPr wrap="square" lIns="0" tIns="0" rIns="0" bIns="0" rtlCol="0" anchor="ctr"/>
          <a:lstStyle/>
          <a:p>
            <a:pPr indent="0" marL="0">
              <a:buNone/>
            </a:pPr>
            <a:r>
              <a:rPr lang="en-US" sz="3600" b="1" dirty="0">
                <a:solidFill>
                  <a:srgbClr val="ECE8DF"/>
                </a:solidFill>
                <a:latin typeface="Cormorant Garamond" pitchFamily="34" charset="0"/>
                <a:ea typeface="Cormorant Garamond" pitchFamily="34" charset="-122"/>
                <a:cs typeface="Cormorant Garamond" pitchFamily="34" charset="-120"/>
              </a:rPr>
              <a:t>Lorem ipsum dolor sit amet</a:t>
            </a:r>
            <a:endParaRPr lang="en-US" sz="3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377440"/>
                <a:gridCol w="4206240"/>
                <a:gridCol w="3108960"/>
                <a:gridCol w="1401775"/>
              </a:tblGrid>
              <a:tr h="566928">
                <a:tc>
                  <a:txBody>
                    <a:bodyPr/>
                    <a:lstStyle/>
                    <a:p>
                      <a:pPr indent="0" marL="0">
                        <a:buNone/>
                      </a:pPr>
                      <a:r>
                        <a:rPr lang="en-US" sz="1100" b="1" spc="200" kern="0" dirty="0">
                          <a:solidFill>
                            <a:srgbClr val="0C0D10"/>
                          </a:solidFill>
                          <a:latin typeface="IBM Plex Mono" pitchFamily="34" charset="0"/>
                          <a:ea typeface="IBM Plex Mono" pitchFamily="34" charset="-122"/>
                          <a:cs typeface="IBM Plex Mono" pitchFamily="34" charset="-120"/>
                        </a:rPr>
                        <a:t>LOREM</a:t>
                      </a:r>
                      <a:endParaRPr lang="en-US" sz="1100" dirty="0">
                        <a:latin typeface="IBM Plex Mono" charset="0"/>
                        <a:ea typeface="IBM Plex Mono" charset="0"/>
                        <a:cs typeface="IBM Plex Mono" charset="0"/>
                      </a:endParaRPr>
                    </a:p>
                  </a:txBody>
                  <a:tcPr marL="109728" marR="109728" marT="0" marB="0" anchor="ctr">
                    <a:lnL w="9525" cap="flat" cmpd="sng" algn="ctr">
                      <a:solidFill>
                        <a:srgbClr val="2A2D35"/>
                      </a:solidFill>
                      <a:prstDash val="solid"/>
                      <a:round/>
                      <a:headEnd type="none" w="med" len="med"/>
                      <a:tailEnd type="none" w="med" len="med"/>
                    </a:lnL>
                    <a:lnR w="9525" cap="flat" cmpd="sng" algn="ctr">
                      <a:solidFill>
                        <a:srgbClr val="2A2D35"/>
                      </a:solidFill>
                      <a:prstDash val="solid"/>
                      <a:round/>
                      <a:headEnd type="none" w="med" len="med"/>
                      <a:tailEnd type="none" w="med" len="med"/>
                    </a:lnR>
                    <a:lnT w="9525" cap="flat" cmpd="sng" algn="ctr">
                      <a:solidFill>
                        <a:srgbClr val="2A2D35"/>
                      </a:solidFill>
                      <a:prstDash val="solid"/>
                      <a:round/>
                      <a:headEnd type="none" w="med" len="med"/>
                      <a:tailEnd type="none" w="med" len="med"/>
                    </a:lnT>
                    <a:lnB w="9525" cap="flat" cmpd="sng" algn="ctr">
                      <a:solidFill>
                        <a:srgbClr val="2A2D35"/>
                      </a:solidFill>
                      <a:prstDash val="solid"/>
                      <a:round/>
                      <a:headEnd type="none" w="med" len="med"/>
                      <a:tailEnd type="none" w="med" len="med"/>
                    </a:lnB>
                    <a:solidFill>
                      <a:srgbClr val="D9C9A3"/>
                    </a:solidFill>
                  </a:tcPr>
                </a:tc>
                <a:tc>
                  <a:txBody>
                    <a:bodyPr/>
                    <a:lstStyle/>
                    <a:p>
                      <a:pPr indent="0" marL="0">
                        <a:buNone/>
                      </a:pPr>
                      <a:r>
                        <a:rPr lang="en-US" sz="1100" b="1" spc="200" kern="0" dirty="0">
                          <a:solidFill>
                            <a:srgbClr val="0C0D10"/>
                          </a:solidFill>
                          <a:latin typeface="IBM Plex Mono" pitchFamily="34" charset="0"/>
                          <a:ea typeface="IBM Plex Mono" pitchFamily="34" charset="-122"/>
                          <a:cs typeface="IBM Plex Mono" pitchFamily="34" charset="-120"/>
                        </a:rPr>
                        <a:t>IPSUM DOLOR</a:t>
                      </a:r>
                      <a:endParaRPr lang="en-US" sz="1100" dirty="0">
                        <a:latin typeface="IBM Plex Mono" charset="0"/>
                        <a:ea typeface="IBM Plex Mono" charset="0"/>
                        <a:cs typeface="IBM Plex Mono" charset="0"/>
                      </a:endParaRPr>
                    </a:p>
                  </a:txBody>
                  <a:tcPr marL="109728" marR="109728" marT="0" marB="0" anchor="ctr">
                    <a:lnL w="9525" cap="flat" cmpd="sng" algn="ctr">
                      <a:solidFill>
                        <a:srgbClr val="2A2D35"/>
                      </a:solidFill>
                      <a:prstDash val="solid"/>
                      <a:round/>
                      <a:headEnd type="none" w="med" len="med"/>
                      <a:tailEnd type="none" w="med" len="med"/>
                    </a:lnL>
                    <a:lnR w="9525" cap="flat" cmpd="sng" algn="ctr">
                      <a:solidFill>
                        <a:srgbClr val="2A2D35"/>
                      </a:solidFill>
                      <a:prstDash val="solid"/>
                      <a:round/>
                      <a:headEnd type="none" w="med" len="med"/>
                      <a:tailEnd type="none" w="med" len="med"/>
                    </a:lnR>
                    <a:lnT w="9525" cap="flat" cmpd="sng" algn="ctr">
                      <a:solidFill>
                        <a:srgbClr val="2A2D35"/>
                      </a:solidFill>
                      <a:prstDash val="solid"/>
                      <a:round/>
                      <a:headEnd type="none" w="med" len="med"/>
                      <a:tailEnd type="none" w="med" len="med"/>
                    </a:lnT>
                    <a:lnB w="9525" cap="flat" cmpd="sng" algn="ctr">
                      <a:solidFill>
                        <a:srgbClr val="2A2D35"/>
                      </a:solidFill>
                      <a:prstDash val="solid"/>
                      <a:round/>
                      <a:headEnd type="none" w="med" len="med"/>
                      <a:tailEnd type="none" w="med" len="med"/>
                    </a:lnB>
                    <a:solidFill>
                      <a:srgbClr val="D9C9A3"/>
                    </a:solidFill>
                  </a:tcPr>
                </a:tc>
                <a:tc>
                  <a:txBody>
                    <a:bodyPr/>
                    <a:lstStyle/>
                    <a:p>
                      <a:pPr indent="0" marL="0">
                        <a:buNone/>
                      </a:pPr>
                      <a:r>
                        <a:rPr lang="en-US" sz="1100" b="1" spc="200" kern="0" dirty="0">
                          <a:solidFill>
                            <a:srgbClr val="0C0D10"/>
                          </a:solidFill>
                          <a:latin typeface="IBM Plex Mono" pitchFamily="34" charset="0"/>
                          <a:ea typeface="IBM Plex Mono" pitchFamily="34" charset="-122"/>
                          <a:cs typeface="IBM Plex Mono" pitchFamily="34" charset="-120"/>
                        </a:rPr>
                        <a:t>SIT AMET</a:t>
                      </a:r>
                      <a:endParaRPr lang="en-US" sz="1100" dirty="0">
                        <a:latin typeface="IBM Plex Mono" charset="0"/>
                        <a:ea typeface="IBM Plex Mono" charset="0"/>
                        <a:cs typeface="IBM Plex Mono" charset="0"/>
                      </a:endParaRPr>
                    </a:p>
                  </a:txBody>
                  <a:tcPr marL="109728" marR="109728" marT="0" marB="0" anchor="ctr">
                    <a:lnL w="9525" cap="flat" cmpd="sng" algn="ctr">
                      <a:solidFill>
                        <a:srgbClr val="2A2D35"/>
                      </a:solidFill>
                      <a:prstDash val="solid"/>
                      <a:round/>
                      <a:headEnd type="none" w="med" len="med"/>
                      <a:tailEnd type="none" w="med" len="med"/>
                    </a:lnL>
                    <a:lnR w="9525" cap="flat" cmpd="sng" algn="ctr">
                      <a:solidFill>
                        <a:srgbClr val="2A2D35"/>
                      </a:solidFill>
                      <a:prstDash val="solid"/>
                      <a:round/>
                      <a:headEnd type="none" w="med" len="med"/>
                      <a:tailEnd type="none" w="med" len="med"/>
                    </a:lnR>
                    <a:lnT w="9525" cap="flat" cmpd="sng" algn="ctr">
                      <a:solidFill>
                        <a:srgbClr val="2A2D35"/>
                      </a:solidFill>
                      <a:prstDash val="solid"/>
                      <a:round/>
                      <a:headEnd type="none" w="med" len="med"/>
                      <a:tailEnd type="none" w="med" len="med"/>
                    </a:lnT>
                    <a:lnB w="9525" cap="flat" cmpd="sng" algn="ctr">
                      <a:solidFill>
                        <a:srgbClr val="2A2D35"/>
                      </a:solidFill>
                      <a:prstDash val="solid"/>
                      <a:round/>
                      <a:headEnd type="none" w="med" len="med"/>
                      <a:tailEnd type="none" w="med" len="med"/>
                    </a:lnB>
                    <a:solidFill>
                      <a:srgbClr val="D9C9A3"/>
                    </a:solidFill>
                  </a:tcPr>
                </a:tc>
                <a:tc>
                  <a:txBody>
                    <a:bodyPr/>
                    <a:lstStyle/>
                    <a:p>
                      <a:pPr indent="0" marL="0">
                        <a:buNone/>
                      </a:pPr>
                      <a:r>
                        <a:rPr lang="en-US" sz="1100" b="1" spc="200" kern="0" dirty="0">
                          <a:solidFill>
                            <a:srgbClr val="0C0D10"/>
                          </a:solidFill>
                          <a:latin typeface="IBM Plex Mono" pitchFamily="34" charset="0"/>
                          <a:ea typeface="IBM Plex Mono" pitchFamily="34" charset="-122"/>
                          <a:cs typeface="IBM Plex Mono" pitchFamily="34" charset="-120"/>
                        </a:rPr>
                        <a:t>STATUS</a:t>
                      </a:r>
                      <a:endParaRPr lang="en-US" sz="1100" dirty="0">
                        <a:latin typeface="IBM Plex Mono" charset="0"/>
                        <a:ea typeface="IBM Plex Mono" charset="0"/>
                        <a:cs typeface="IBM Plex Mono" charset="0"/>
                      </a:endParaRPr>
                    </a:p>
                  </a:txBody>
                  <a:tcPr marL="109728" marR="109728" marT="0" marB="0" anchor="ctr">
                    <a:lnL w="9525" cap="flat" cmpd="sng" algn="ctr">
                      <a:solidFill>
                        <a:srgbClr val="2A2D35"/>
                      </a:solidFill>
                      <a:prstDash val="solid"/>
                      <a:round/>
                      <a:headEnd type="none" w="med" len="med"/>
                      <a:tailEnd type="none" w="med" len="med"/>
                    </a:lnL>
                    <a:lnR w="9525" cap="flat" cmpd="sng" algn="ctr">
                      <a:solidFill>
                        <a:srgbClr val="2A2D35"/>
                      </a:solidFill>
                      <a:prstDash val="solid"/>
                      <a:round/>
                      <a:headEnd type="none" w="med" len="med"/>
                      <a:tailEnd type="none" w="med" len="med"/>
                    </a:lnR>
                    <a:lnT w="9525" cap="flat" cmpd="sng" algn="ctr">
                      <a:solidFill>
                        <a:srgbClr val="2A2D35"/>
                      </a:solidFill>
                      <a:prstDash val="solid"/>
                      <a:round/>
                      <a:headEnd type="none" w="med" len="med"/>
                      <a:tailEnd type="none" w="med" len="med"/>
                    </a:lnT>
                    <a:lnB w="9525" cap="flat" cmpd="sng" algn="ctr">
                      <a:solidFill>
                        <a:srgbClr val="2A2D35"/>
                      </a:solidFill>
                      <a:prstDash val="solid"/>
                      <a:round/>
                      <a:headEnd type="none" w="med" len="med"/>
                      <a:tailEnd type="none" w="med" len="med"/>
                    </a:lnB>
                    <a:solidFill>
                      <a:srgbClr val="D9C9A3"/>
                    </a:solidFill>
                  </a:tcPr>
                </a:tc>
              </a:tr>
              <a:tr h="566928">
                <a:tc>
                  <a:txBody>
                    <a:bodyPr/>
                    <a:lstStyle/>
                    <a:p>
                      <a:pPr indent="0" marL="0">
                        <a:buNone/>
                      </a:pPr>
                      <a:r>
                        <a:rPr lang="en-US" sz="1400" b="1" dirty="0">
                          <a:solidFill>
                            <a:srgbClr val="ECE8DF"/>
                          </a:solidFill>
                          <a:latin typeface="Source Serif 4" pitchFamily="34" charset="0"/>
                          <a:ea typeface="Source Serif 4" pitchFamily="34" charset="-122"/>
                          <a:cs typeface="Source Serif 4" pitchFamily="34" charset="-120"/>
                        </a:rPr>
                        <a:t>Lorem ipsum 1</a:t>
                      </a:r>
                      <a:endParaRPr lang="en-US" sz="1400" dirty="0">
                        <a:latin typeface="Source Serif 4" charset="0"/>
                        <a:ea typeface="Source Serif 4" charset="0"/>
                        <a:cs typeface="Source Serif 4" charset="0"/>
                      </a:endParaRPr>
                    </a:p>
                  </a:txBody>
                  <a:tcPr marL="109728" marR="109728" marT="0" marB="0" anchor="ctr">
                    <a:lnL w="9525" cap="flat" cmpd="sng" algn="ctr">
                      <a:solidFill>
                        <a:srgbClr val="2A2D35"/>
                      </a:solidFill>
                      <a:prstDash val="solid"/>
                      <a:round/>
                      <a:headEnd type="none" w="med" len="med"/>
                      <a:tailEnd type="none" w="med" len="med"/>
                    </a:lnL>
                    <a:lnR w="9525" cap="flat" cmpd="sng" algn="ctr">
                      <a:solidFill>
                        <a:srgbClr val="2A2D35"/>
                      </a:solidFill>
                      <a:prstDash val="solid"/>
                      <a:round/>
                      <a:headEnd type="none" w="med" len="med"/>
                      <a:tailEnd type="none" w="med" len="med"/>
                    </a:lnR>
                    <a:lnT w="9525" cap="flat" cmpd="sng" algn="ctr">
                      <a:solidFill>
                        <a:srgbClr val="2A2D35"/>
                      </a:solidFill>
                      <a:prstDash val="solid"/>
                      <a:round/>
                      <a:headEnd type="none" w="med" len="med"/>
                      <a:tailEnd type="none" w="med" len="med"/>
                    </a:lnT>
                    <a:lnB w="9525" cap="flat" cmpd="sng" algn="ctr">
                      <a:solidFill>
                        <a:srgbClr val="2A2D35"/>
                      </a:solidFill>
                      <a:prstDash val="solid"/>
                      <a:round/>
                      <a:headEnd type="none" w="med" len="med"/>
                      <a:tailEnd type="none" w="med" len="med"/>
                    </a:lnB>
                    <a:solidFill>
                      <a:srgbClr val="0C0D10"/>
                    </a:solidFill>
                  </a:tcPr>
                </a:tc>
                <a:tc>
                  <a:txBody>
                    <a:bodyPr/>
                    <a:lstStyle/>
                    <a:p>
                      <a:pPr indent="0" marL="0">
                        <a:buNone/>
                      </a:pPr>
                      <a:r>
                        <a:rPr lang="en-US" sz="1400" dirty="0">
                          <a:solidFill>
                            <a:srgbClr val="DDD8CC"/>
                          </a:solidFill>
                          <a:latin typeface="Source Serif 4" pitchFamily="34" charset="0"/>
                          <a:ea typeface="Source Serif 4" pitchFamily="34" charset="-122"/>
                          <a:cs typeface="Source Serif 4" pitchFamily="34" charset="-120"/>
                        </a:rPr>
                        <a:t>Consectetur adipiscing elit sed do eiusmod</a:t>
                      </a:r>
                      <a:endParaRPr lang="en-US" sz="1400" dirty="0">
                        <a:latin typeface="Source Serif 4" charset="0"/>
                        <a:ea typeface="Source Serif 4" charset="0"/>
                        <a:cs typeface="Source Serif 4" charset="0"/>
                      </a:endParaRPr>
                    </a:p>
                  </a:txBody>
                  <a:tcPr marL="109728" marR="109728" marT="0" marB="0" anchor="ctr">
                    <a:lnL w="9525" cap="flat" cmpd="sng" algn="ctr">
                      <a:solidFill>
                        <a:srgbClr val="2A2D35"/>
                      </a:solidFill>
                      <a:prstDash val="solid"/>
                      <a:round/>
                      <a:headEnd type="none" w="med" len="med"/>
                      <a:tailEnd type="none" w="med" len="med"/>
                    </a:lnL>
                    <a:lnR w="9525" cap="flat" cmpd="sng" algn="ctr">
                      <a:solidFill>
                        <a:srgbClr val="2A2D35"/>
                      </a:solidFill>
                      <a:prstDash val="solid"/>
                      <a:round/>
                      <a:headEnd type="none" w="med" len="med"/>
                      <a:tailEnd type="none" w="med" len="med"/>
                    </a:lnR>
                    <a:lnT w="9525" cap="flat" cmpd="sng" algn="ctr">
                      <a:solidFill>
                        <a:srgbClr val="2A2D35"/>
                      </a:solidFill>
                      <a:prstDash val="solid"/>
                      <a:round/>
                      <a:headEnd type="none" w="med" len="med"/>
                      <a:tailEnd type="none" w="med" len="med"/>
                    </a:lnT>
                    <a:lnB w="9525" cap="flat" cmpd="sng" algn="ctr">
                      <a:solidFill>
                        <a:srgbClr val="2A2D35"/>
                      </a:solidFill>
                      <a:prstDash val="solid"/>
                      <a:round/>
                      <a:headEnd type="none" w="med" len="med"/>
                      <a:tailEnd type="none" w="med" len="med"/>
                    </a:lnB>
                    <a:solidFill>
                      <a:srgbClr val="0C0D10"/>
                    </a:solidFill>
                  </a:tcPr>
                </a:tc>
                <a:tc>
                  <a:txBody>
                    <a:bodyPr/>
                    <a:lstStyle/>
                    <a:p>
                      <a:pPr indent="0" marL="0">
                        <a:buNone/>
                      </a:pPr>
                      <a:r>
                        <a:rPr lang="en-US" sz="1400" dirty="0">
                          <a:solidFill>
                            <a:srgbClr val="DDD8CC"/>
                          </a:solidFill>
                          <a:latin typeface="Source Serif 4" pitchFamily="34" charset="0"/>
                          <a:ea typeface="Source Serif 4" pitchFamily="34" charset="-122"/>
                          <a:cs typeface="Source Serif 4" pitchFamily="34" charset="-120"/>
                        </a:rPr>
                        <a:t>Tempor incididunt ut labore</a:t>
                      </a:r>
                      <a:endParaRPr lang="en-US" sz="1400" dirty="0">
                        <a:latin typeface="Source Serif 4" charset="0"/>
                        <a:ea typeface="Source Serif 4" charset="0"/>
                        <a:cs typeface="Source Serif 4" charset="0"/>
                      </a:endParaRPr>
                    </a:p>
                  </a:txBody>
                  <a:tcPr marL="109728" marR="109728" marT="0" marB="0" anchor="ctr">
                    <a:lnL w="9525" cap="flat" cmpd="sng" algn="ctr">
                      <a:solidFill>
                        <a:srgbClr val="2A2D35"/>
                      </a:solidFill>
                      <a:prstDash val="solid"/>
                      <a:round/>
                      <a:headEnd type="none" w="med" len="med"/>
                      <a:tailEnd type="none" w="med" len="med"/>
                    </a:lnL>
                    <a:lnR w="9525" cap="flat" cmpd="sng" algn="ctr">
                      <a:solidFill>
                        <a:srgbClr val="2A2D35"/>
                      </a:solidFill>
                      <a:prstDash val="solid"/>
                      <a:round/>
                      <a:headEnd type="none" w="med" len="med"/>
                      <a:tailEnd type="none" w="med" len="med"/>
                    </a:lnR>
                    <a:lnT w="9525" cap="flat" cmpd="sng" algn="ctr">
                      <a:solidFill>
                        <a:srgbClr val="2A2D35"/>
                      </a:solidFill>
                      <a:prstDash val="solid"/>
                      <a:round/>
                      <a:headEnd type="none" w="med" len="med"/>
                      <a:tailEnd type="none" w="med" len="med"/>
                    </a:lnT>
                    <a:lnB w="9525" cap="flat" cmpd="sng" algn="ctr">
                      <a:solidFill>
                        <a:srgbClr val="2A2D35"/>
                      </a:solidFill>
                      <a:prstDash val="solid"/>
                      <a:round/>
                      <a:headEnd type="none" w="med" len="med"/>
                      <a:tailEnd type="none" w="med" len="med"/>
                    </a:lnB>
                    <a:solidFill>
                      <a:srgbClr val="0C0D10"/>
                    </a:solidFill>
                  </a:tcPr>
                </a:tc>
                <a:tc>
                  <a:txBody>
                    <a:bodyPr/>
                    <a:lstStyle/>
                    <a:p>
                      <a:pPr indent="0" marL="0">
                        <a:buNone/>
                      </a:pPr>
                      <a:r>
                        <a:rPr lang="en-US" sz="1000" b="1" dirty="0">
                          <a:solidFill>
                            <a:srgbClr val="2F6B4A"/>
                          </a:solidFill>
                          <a:latin typeface="IBM Plex Mono" pitchFamily="34" charset="0"/>
                          <a:ea typeface="IBM Plex Mono" pitchFamily="34" charset="-122"/>
                          <a:cs typeface="IBM Plex Mono" pitchFamily="34" charset="-120"/>
                        </a:rPr>
                        <a:t>LOREM</a:t>
                      </a:r>
                      <a:endParaRPr lang="en-US" sz="1000" dirty="0">
                        <a:latin typeface="IBM Plex Mono" charset="0"/>
                        <a:ea typeface="IBM Plex Mono" charset="0"/>
                        <a:cs typeface="IBM Plex Mono" charset="0"/>
                      </a:endParaRPr>
                    </a:p>
                  </a:txBody>
                  <a:tcPr marL="109728" marR="109728" marT="0" marB="0" anchor="ctr">
                    <a:lnL w="9525" cap="flat" cmpd="sng" algn="ctr">
                      <a:solidFill>
                        <a:srgbClr val="2A2D35"/>
                      </a:solidFill>
                      <a:prstDash val="solid"/>
                      <a:round/>
                      <a:headEnd type="none" w="med" len="med"/>
                      <a:tailEnd type="none" w="med" len="med"/>
                    </a:lnL>
                    <a:lnR w="9525" cap="flat" cmpd="sng" algn="ctr">
                      <a:solidFill>
                        <a:srgbClr val="2A2D35"/>
                      </a:solidFill>
                      <a:prstDash val="solid"/>
                      <a:round/>
                      <a:headEnd type="none" w="med" len="med"/>
                      <a:tailEnd type="none" w="med" len="med"/>
                    </a:lnR>
                    <a:lnT w="9525" cap="flat" cmpd="sng" algn="ctr">
                      <a:solidFill>
                        <a:srgbClr val="2A2D35"/>
                      </a:solidFill>
                      <a:prstDash val="solid"/>
                      <a:round/>
                      <a:headEnd type="none" w="med" len="med"/>
                      <a:tailEnd type="none" w="med" len="med"/>
                    </a:lnT>
                    <a:lnB w="9525" cap="flat" cmpd="sng" algn="ctr">
                      <a:solidFill>
                        <a:srgbClr val="2A2D35"/>
                      </a:solidFill>
                      <a:prstDash val="solid"/>
                      <a:round/>
                      <a:headEnd type="none" w="med" len="med"/>
                      <a:tailEnd type="none" w="med" len="med"/>
                    </a:lnB>
                    <a:solidFill>
                      <a:srgbClr val="0C0D10"/>
                    </a:solidFill>
                  </a:tcPr>
                </a:tc>
              </a:tr>
              <a:tr h="566928">
                <a:tc>
                  <a:txBody>
                    <a:bodyPr/>
                    <a:lstStyle/>
                    <a:p>
                      <a:pPr indent="0" marL="0">
                        <a:buNone/>
                      </a:pPr>
                      <a:r>
                        <a:rPr lang="en-US" sz="1400" b="1" dirty="0">
                          <a:solidFill>
                            <a:srgbClr val="ECE8DF"/>
                          </a:solidFill>
                          <a:latin typeface="Source Serif 4" pitchFamily="34" charset="0"/>
                          <a:ea typeface="Source Serif 4" pitchFamily="34" charset="-122"/>
                          <a:cs typeface="Source Serif 4" pitchFamily="34" charset="-120"/>
                        </a:rPr>
                        <a:t>Lorem ipsum 2</a:t>
                      </a:r>
                      <a:endParaRPr lang="en-US" sz="1400" dirty="0">
                        <a:latin typeface="Source Serif 4" charset="0"/>
                        <a:ea typeface="Source Serif 4" charset="0"/>
                        <a:cs typeface="Source Serif 4" charset="0"/>
                      </a:endParaRPr>
                    </a:p>
                  </a:txBody>
                  <a:tcPr marL="109728" marR="109728" marT="0" marB="0" anchor="ctr">
                    <a:lnL w="9525" cap="flat" cmpd="sng" algn="ctr">
                      <a:solidFill>
                        <a:srgbClr val="2A2D35"/>
                      </a:solidFill>
                      <a:prstDash val="solid"/>
                      <a:round/>
                      <a:headEnd type="none" w="med" len="med"/>
                      <a:tailEnd type="none" w="med" len="med"/>
                    </a:lnL>
                    <a:lnR w="9525" cap="flat" cmpd="sng" algn="ctr">
                      <a:solidFill>
                        <a:srgbClr val="2A2D35"/>
                      </a:solidFill>
                      <a:prstDash val="solid"/>
                      <a:round/>
                      <a:headEnd type="none" w="med" len="med"/>
                      <a:tailEnd type="none" w="med" len="med"/>
                    </a:lnR>
                    <a:lnT w="9525" cap="flat" cmpd="sng" algn="ctr">
                      <a:solidFill>
                        <a:srgbClr val="2A2D35"/>
                      </a:solidFill>
                      <a:prstDash val="solid"/>
                      <a:round/>
                      <a:headEnd type="none" w="med" len="med"/>
                      <a:tailEnd type="none" w="med" len="med"/>
                    </a:lnT>
                    <a:lnB w="9525" cap="flat" cmpd="sng" algn="ctr">
                      <a:solidFill>
                        <a:srgbClr val="2A2D35"/>
                      </a:solidFill>
                      <a:prstDash val="solid"/>
                      <a:round/>
                      <a:headEnd type="none" w="med" len="med"/>
                      <a:tailEnd type="none" w="med" len="med"/>
                    </a:lnB>
                    <a:solidFill>
                      <a:srgbClr val="121318"/>
                    </a:solidFill>
                  </a:tcPr>
                </a:tc>
                <a:tc>
                  <a:txBody>
                    <a:bodyPr/>
                    <a:lstStyle/>
                    <a:p>
                      <a:pPr indent="0" marL="0">
                        <a:buNone/>
                      </a:pPr>
                      <a:r>
                        <a:rPr lang="en-US" sz="1400" dirty="0">
                          <a:solidFill>
                            <a:srgbClr val="DDD8CC"/>
                          </a:solidFill>
                          <a:latin typeface="Source Serif 4" pitchFamily="34" charset="0"/>
                          <a:ea typeface="Source Serif 4" pitchFamily="34" charset="-122"/>
                          <a:cs typeface="Source Serif 4" pitchFamily="34" charset="-120"/>
                        </a:rPr>
                        <a:t>Consectetur adipiscing elit sed do eiusmod</a:t>
                      </a:r>
                      <a:endParaRPr lang="en-US" sz="1400" dirty="0">
                        <a:latin typeface="Source Serif 4" charset="0"/>
                        <a:ea typeface="Source Serif 4" charset="0"/>
                        <a:cs typeface="Source Serif 4" charset="0"/>
                      </a:endParaRPr>
                    </a:p>
                  </a:txBody>
                  <a:tcPr marL="109728" marR="109728" marT="0" marB="0" anchor="ctr">
                    <a:lnL w="9525" cap="flat" cmpd="sng" algn="ctr">
                      <a:solidFill>
                        <a:srgbClr val="2A2D35"/>
                      </a:solidFill>
                      <a:prstDash val="solid"/>
                      <a:round/>
                      <a:headEnd type="none" w="med" len="med"/>
                      <a:tailEnd type="none" w="med" len="med"/>
                    </a:lnL>
                    <a:lnR w="9525" cap="flat" cmpd="sng" algn="ctr">
                      <a:solidFill>
                        <a:srgbClr val="2A2D35"/>
                      </a:solidFill>
                      <a:prstDash val="solid"/>
                      <a:round/>
                      <a:headEnd type="none" w="med" len="med"/>
                      <a:tailEnd type="none" w="med" len="med"/>
                    </a:lnR>
                    <a:lnT w="9525" cap="flat" cmpd="sng" algn="ctr">
                      <a:solidFill>
                        <a:srgbClr val="2A2D35"/>
                      </a:solidFill>
                      <a:prstDash val="solid"/>
                      <a:round/>
                      <a:headEnd type="none" w="med" len="med"/>
                      <a:tailEnd type="none" w="med" len="med"/>
                    </a:lnT>
                    <a:lnB w="9525" cap="flat" cmpd="sng" algn="ctr">
                      <a:solidFill>
                        <a:srgbClr val="2A2D35"/>
                      </a:solidFill>
                      <a:prstDash val="solid"/>
                      <a:round/>
                      <a:headEnd type="none" w="med" len="med"/>
                      <a:tailEnd type="none" w="med" len="med"/>
                    </a:lnB>
                    <a:solidFill>
                      <a:srgbClr val="121318"/>
                    </a:solidFill>
                  </a:tcPr>
                </a:tc>
                <a:tc>
                  <a:txBody>
                    <a:bodyPr/>
                    <a:lstStyle/>
                    <a:p>
                      <a:pPr indent="0" marL="0">
                        <a:buNone/>
                      </a:pPr>
                      <a:r>
                        <a:rPr lang="en-US" sz="1400" dirty="0">
                          <a:solidFill>
                            <a:srgbClr val="DDD8CC"/>
                          </a:solidFill>
                          <a:latin typeface="Source Serif 4" pitchFamily="34" charset="0"/>
                          <a:ea typeface="Source Serif 4" pitchFamily="34" charset="-122"/>
                          <a:cs typeface="Source Serif 4" pitchFamily="34" charset="-120"/>
                        </a:rPr>
                        <a:t>Tempor incididunt ut labore</a:t>
                      </a:r>
                      <a:endParaRPr lang="en-US" sz="1400" dirty="0">
                        <a:latin typeface="Source Serif 4" charset="0"/>
                        <a:ea typeface="Source Serif 4" charset="0"/>
                        <a:cs typeface="Source Serif 4" charset="0"/>
                      </a:endParaRPr>
                    </a:p>
                  </a:txBody>
                  <a:tcPr marL="109728" marR="109728" marT="0" marB="0" anchor="ctr">
                    <a:lnL w="9525" cap="flat" cmpd="sng" algn="ctr">
                      <a:solidFill>
                        <a:srgbClr val="2A2D35"/>
                      </a:solidFill>
                      <a:prstDash val="solid"/>
                      <a:round/>
                      <a:headEnd type="none" w="med" len="med"/>
                      <a:tailEnd type="none" w="med" len="med"/>
                    </a:lnL>
                    <a:lnR w="9525" cap="flat" cmpd="sng" algn="ctr">
                      <a:solidFill>
                        <a:srgbClr val="2A2D35"/>
                      </a:solidFill>
                      <a:prstDash val="solid"/>
                      <a:round/>
                      <a:headEnd type="none" w="med" len="med"/>
                      <a:tailEnd type="none" w="med" len="med"/>
                    </a:lnR>
                    <a:lnT w="9525" cap="flat" cmpd="sng" algn="ctr">
                      <a:solidFill>
                        <a:srgbClr val="2A2D35"/>
                      </a:solidFill>
                      <a:prstDash val="solid"/>
                      <a:round/>
                      <a:headEnd type="none" w="med" len="med"/>
                      <a:tailEnd type="none" w="med" len="med"/>
                    </a:lnT>
                    <a:lnB w="9525" cap="flat" cmpd="sng" algn="ctr">
                      <a:solidFill>
                        <a:srgbClr val="2A2D35"/>
                      </a:solidFill>
                      <a:prstDash val="solid"/>
                      <a:round/>
                      <a:headEnd type="none" w="med" len="med"/>
                      <a:tailEnd type="none" w="med" len="med"/>
                    </a:lnB>
                    <a:solidFill>
                      <a:srgbClr val="121318"/>
                    </a:solidFill>
                  </a:tcPr>
                </a:tc>
                <a:tc>
                  <a:txBody>
                    <a:bodyPr/>
                    <a:lstStyle/>
                    <a:p>
                      <a:pPr indent="0" marL="0">
                        <a:buNone/>
                      </a:pPr>
                      <a:r>
                        <a:rPr lang="en-US" sz="1000" b="1" dirty="0">
                          <a:solidFill>
                            <a:srgbClr val="C98A2A"/>
                          </a:solidFill>
                          <a:latin typeface="IBM Plex Mono" pitchFamily="34" charset="0"/>
                          <a:ea typeface="IBM Plex Mono" pitchFamily="34" charset="-122"/>
                          <a:cs typeface="IBM Plex Mono" pitchFamily="34" charset="-120"/>
                        </a:rPr>
                        <a:t>IPSUM</a:t>
                      </a:r>
                      <a:endParaRPr lang="en-US" sz="1000" dirty="0">
                        <a:latin typeface="IBM Plex Mono" charset="0"/>
                        <a:ea typeface="IBM Plex Mono" charset="0"/>
                        <a:cs typeface="IBM Plex Mono" charset="0"/>
                      </a:endParaRPr>
                    </a:p>
                  </a:txBody>
                  <a:tcPr marL="109728" marR="109728" marT="0" marB="0" anchor="ctr">
                    <a:lnL w="9525" cap="flat" cmpd="sng" algn="ctr">
                      <a:solidFill>
                        <a:srgbClr val="2A2D35"/>
                      </a:solidFill>
                      <a:prstDash val="solid"/>
                      <a:round/>
                      <a:headEnd type="none" w="med" len="med"/>
                      <a:tailEnd type="none" w="med" len="med"/>
                    </a:lnL>
                    <a:lnR w="9525" cap="flat" cmpd="sng" algn="ctr">
                      <a:solidFill>
                        <a:srgbClr val="2A2D35"/>
                      </a:solidFill>
                      <a:prstDash val="solid"/>
                      <a:round/>
                      <a:headEnd type="none" w="med" len="med"/>
                      <a:tailEnd type="none" w="med" len="med"/>
                    </a:lnR>
                    <a:lnT w="9525" cap="flat" cmpd="sng" algn="ctr">
                      <a:solidFill>
                        <a:srgbClr val="2A2D35"/>
                      </a:solidFill>
                      <a:prstDash val="solid"/>
                      <a:round/>
                      <a:headEnd type="none" w="med" len="med"/>
                      <a:tailEnd type="none" w="med" len="med"/>
                    </a:lnT>
                    <a:lnB w="9525" cap="flat" cmpd="sng" algn="ctr">
                      <a:solidFill>
                        <a:srgbClr val="2A2D35"/>
                      </a:solidFill>
                      <a:prstDash val="solid"/>
                      <a:round/>
                      <a:headEnd type="none" w="med" len="med"/>
                      <a:tailEnd type="none" w="med" len="med"/>
                    </a:lnB>
                    <a:solidFill>
                      <a:srgbClr val="121318"/>
                    </a:solidFill>
                  </a:tcPr>
                </a:tc>
              </a:tr>
              <a:tr h="566928">
                <a:tc>
                  <a:txBody>
                    <a:bodyPr/>
                    <a:lstStyle/>
                    <a:p>
                      <a:pPr indent="0" marL="0">
                        <a:buNone/>
                      </a:pPr>
                      <a:r>
                        <a:rPr lang="en-US" sz="1400" b="1" dirty="0">
                          <a:solidFill>
                            <a:srgbClr val="ECE8DF"/>
                          </a:solidFill>
                          <a:latin typeface="Source Serif 4" pitchFamily="34" charset="0"/>
                          <a:ea typeface="Source Serif 4" pitchFamily="34" charset="-122"/>
                          <a:cs typeface="Source Serif 4" pitchFamily="34" charset="-120"/>
                        </a:rPr>
                        <a:t>Lorem ipsum 3</a:t>
                      </a:r>
                      <a:endParaRPr lang="en-US" sz="1400" dirty="0">
                        <a:latin typeface="Source Serif 4" charset="0"/>
                        <a:ea typeface="Source Serif 4" charset="0"/>
                        <a:cs typeface="Source Serif 4" charset="0"/>
                      </a:endParaRPr>
                    </a:p>
                  </a:txBody>
                  <a:tcPr marL="109728" marR="109728" marT="0" marB="0" anchor="ctr">
                    <a:lnL w="9525" cap="flat" cmpd="sng" algn="ctr">
                      <a:solidFill>
                        <a:srgbClr val="2A2D35"/>
                      </a:solidFill>
                      <a:prstDash val="solid"/>
                      <a:round/>
                      <a:headEnd type="none" w="med" len="med"/>
                      <a:tailEnd type="none" w="med" len="med"/>
                    </a:lnL>
                    <a:lnR w="9525" cap="flat" cmpd="sng" algn="ctr">
                      <a:solidFill>
                        <a:srgbClr val="2A2D35"/>
                      </a:solidFill>
                      <a:prstDash val="solid"/>
                      <a:round/>
                      <a:headEnd type="none" w="med" len="med"/>
                      <a:tailEnd type="none" w="med" len="med"/>
                    </a:lnR>
                    <a:lnT w="9525" cap="flat" cmpd="sng" algn="ctr">
                      <a:solidFill>
                        <a:srgbClr val="2A2D35"/>
                      </a:solidFill>
                      <a:prstDash val="solid"/>
                      <a:round/>
                      <a:headEnd type="none" w="med" len="med"/>
                      <a:tailEnd type="none" w="med" len="med"/>
                    </a:lnT>
                    <a:lnB w="9525" cap="flat" cmpd="sng" algn="ctr">
                      <a:solidFill>
                        <a:srgbClr val="2A2D35"/>
                      </a:solidFill>
                      <a:prstDash val="solid"/>
                      <a:round/>
                      <a:headEnd type="none" w="med" len="med"/>
                      <a:tailEnd type="none" w="med" len="med"/>
                    </a:lnB>
                    <a:solidFill>
                      <a:srgbClr val="0C0D10"/>
                    </a:solidFill>
                  </a:tcPr>
                </a:tc>
                <a:tc>
                  <a:txBody>
                    <a:bodyPr/>
                    <a:lstStyle/>
                    <a:p>
                      <a:pPr indent="0" marL="0">
                        <a:buNone/>
                      </a:pPr>
                      <a:r>
                        <a:rPr lang="en-US" sz="1400" dirty="0">
                          <a:solidFill>
                            <a:srgbClr val="DDD8CC"/>
                          </a:solidFill>
                          <a:latin typeface="Source Serif 4" pitchFamily="34" charset="0"/>
                          <a:ea typeface="Source Serif 4" pitchFamily="34" charset="-122"/>
                          <a:cs typeface="Source Serif 4" pitchFamily="34" charset="-120"/>
                        </a:rPr>
                        <a:t>Consectetur adipiscing elit sed do eiusmod</a:t>
                      </a:r>
                      <a:endParaRPr lang="en-US" sz="1400" dirty="0">
                        <a:latin typeface="Source Serif 4" charset="0"/>
                        <a:ea typeface="Source Serif 4" charset="0"/>
                        <a:cs typeface="Source Serif 4" charset="0"/>
                      </a:endParaRPr>
                    </a:p>
                  </a:txBody>
                  <a:tcPr marL="109728" marR="109728" marT="0" marB="0" anchor="ctr">
                    <a:lnL w="9525" cap="flat" cmpd="sng" algn="ctr">
                      <a:solidFill>
                        <a:srgbClr val="2A2D35"/>
                      </a:solidFill>
                      <a:prstDash val="solid"/>
                      <a:round/>
                      <a:headEnd type="none" w="med" len="med"/>
                      <a:tailEnd type="none" w="med" len="med"/>
                    </a:lnL>
                    <a:lnR w="9525" cap="flat" cmpd="sng" algn="ctr">
                      <a:solidFill>
                        <a:srgbClr val="2A2D35"/>
                      </a:solidFill>
                      <a:prstDash val="solid"/>
                      <a:round/>
                      <a:headEnd type="none" w="med" len="med"/>
                      <a:tailEnd type="none" w="med" len="med"/>
                    </a:lnR>
                    <a:lnT w="9525" cap="flat" cmpd="sng" algn="ctr">
                      <a:solidFill>
                        <a:srgbClr val="2A2D35"/>
                      </a:solidFill>
                      <a:prstDash val="solid"/>
                      <a:round/>
                      <a:headEnd type="none" w="med" len="med"/>
                      <a:tailEnd type="none" w="med" len="med"/>
                    </a:lnT>
                    <a:lnB w="9525" cap="flat" cmpd="sng" algn="ctr">
                      <a:solidFill>
                        <a:srgbClr val="2A2D35"/>
                      </a:solidFill>
                      <a:prstDash val="solid"/>
                      <a:round/>
                      <a:headEnd type="none" w="med" len="med"/>
                      <a:tailEnd type="none" w="med" len="med"/>
                    </a:lnB>
                    <a:solidFill>
                      <a:srgbClr val="0C0D10"/>
                    </a:solidFill>
                  </a:tcPr>
                </a:tc>
                <a:tc>
                  <a:txBody>
                    <a:bodyPr/>
                    <a:lstStyle/>
                    <a:p>
                      <a:pPr indent="0" marL="0">
                        <a:buNone/>
                      </a:pPr>
                      <a:r>
                        <a:rPr lang="en-US" sz="1400" dirty="0">
                          <a:solidFill>
                            <a:srgbClr val="DDD8CC"/>
                          </a:solidFill>
                          <a:latin typeface="Source Serif 4" pitchFamily="34" charset="0"/>
                          <a:ea typeface="Source Serif 4" pitchFamily="34" charset="-122"/>
                          <a:cs typeface="Source Serif 4" pitchFamily="34" charset="-120"/>
                        </a:rPr>
                        <a:t>Tempor incididunt ut labore</a:t>
                      </a:r>
                      <a:endParaRPr lang="en-US" sz="1400" dirty="0">
                        <a:latin typeface="Source Serif 4" charset="0"/>
                        <a:ea typeface="Source Serif 4" charset="0"/>
                        <a:cs typeface="Source Serif 4" charset="0"/>
                      </a:endParaRPr>
                    </a:p>
                  </a:txBody>
                  <a:tcPr marL="109728" marR="109728" marT="0" marB="0" anchor="ctr">
                    <a:lnL w="9525" cap="flat" cmpd="sng" algn="ctr">
                      <a:solidFill>
                        <a:srgbClr val="2A2D35"/>
                      </a:solidFill>
                      <a:prstDash val="solid"/>
                      <a:round/>
                      <a:headEnd type="none" w="med" len="med"/>
                      <a:tailEnd type="none" w="med" len="med"/>
                    </a:lnL>
                    <a:lnR w="9525" cap="flat" cmpd="sng" algn="ctr">
                      <a:solidFill>
                        <a:srgbClr val="2A2D35"/>
                      </a:solidFill>
                      <a:prstDash val="solid"/>
                      <a:round/>
                      <a:headEnd type="none" w="med" len="med"/>
                      <a:tailEnd type="none" w="med" len="med"/>
                    </a:lnR>
                    <a:lnT w="9525" cap="flat" cmpd="sng" algn="ctr">
                      <a:solidFill>
                        <a:srgbClr val="2A2D35"/>
                      </a:solidFill>
                      <a:prstDash val="solid"/>
                      <a:round/>
                      <a:headEnd type="none" w="med" len="med"/>
                      <a:tailEnd type="none" w="med" len="med"/>
                    </a:lnT>
                    <a:lnB w="9525" cap="flat" cmpd="sng" algn="ctr">
                      <a:solidFill>
                        <a:srgbClr val="2A2D35"/>
                      </a:solidFill>
                      <a:prstDash val="solid"/>
                      <a:round/>
                      <a:headEnd type="none" w="med" len="med"/>
                      <a:tailEnd type="none" w="med" len="med"/>
                    </a:lnB>
                    <a:solidFill>
                      <a:srgbClr val="0C0D10"/>
                    </a:solidFill>
                  </a:tcPr>
                </a:tc>
                <a:tc>
                  <a:txBody>
                    <a:bodyPr/>
                    <a:lstStyle/>
                    <a:p>
                      <a:pPr indent="0" marL="0">
                        <a:buNone/>
                      </a:pPr>
                      <a:r>
                        <a:rPr lang="en-US" sz="1000" b="1" dirty="0">
                          <a:solidFill>
                            <a:srgbClr val="3F6F9A"/>
                          </a:solidFill>
                          <a:latin typeface="IBM Plex Mono" pitchFamily="34" charset="0"/>
                          <a:ea typeface="IBM Plex Mono" pitchFamily="34" charset="-122"/>
                          <a:cs typeface="IBM Plex Mono" pitchFamily="34" charset="-120"/>
                        </a:rPr>
                        <a:t>DOLOR</a:t>
                      </a:r>
                      <a:endParaRPr lang="en-US" sz="1000" dirty="0">
                        <a:latin typeface="IBM Plex Mono" charset="0"/>
                        <a:ea typeface="IBM Plex Mono" charset="0"/>
                        <a:cs typeface="IBM Plex Mono" charset="0"/>
                      </a:endParaRPr>
                    </a:p>
                  </a:txBody>
                  <a:tcPr marL="109728" marR="109728" marT="0" marB="0" anchor="ctr">
                    <a:lnL w="9525" cap="flat" cmpd="sng" algn="ctr">
                      <a:solidFill>
                        <a:srgbClr val="2A2D35"/>
                      </a:solidFill>
                      <a:prstDash val="solid"/>
                      <a:round/>
                      <a:headEnd type="none" w="med" len="med"/>
                      <a:tailEnd type="none" w="med" len="med"/>
                    </a:lnL>
                    <a:lnR w="9525" cap="flat" cmpd="sng" algn="ctr">
                      <a:solidFill>
                        <a:srgbClr val="2A2D35"/>
                      </a:solidFill>
                      <a:prstDash val="solid"/>
                      <a:round/>
                      <a:headEnd type="none" w="med" len="med"/>
                      <a:tailEnd type="none" w="med" len="med"/>
                    </a:lnR>
                    <a:lnT w="9525" cap="flat" cmpd="sng" algn="ctr">
                      <a:solidFill>
                        <a:srgbClr val="2A2D35"/>
                      </a:solidFill>
                      <a:prstDash val="solid"/>
                      <a:round/>
                      <a:headEnd type="none" w="med" len="med"/>
                      <a:tailEnd type="none" w="med" len="med"/>
                    </a:lnT>
                    <a:lnB w="9525" cap="flat" cmpd="sng" algn="ctr">
                      <a:solidFill>
                        <a:srgbClr val="2A2D35"/>
                      </a:solidFill>
                      <a:prstDash val="solid"/>
                      <a:round/>
                      <a:headEnd type="none" w="med" len="med"/>
                      <a:tailEnd type="none" w="med" len="med"/>
                    </a:lnB>
                    <a:solidFill>
                      <a:srgbClr val="0C0D10"/>
                    </a:solidFill>
                  </a:tcPr>
                </a:tc>
              </a:tr>
              <a:tr h="566928">
                <a:tc>
                  <a:txBody>
                    <a:bodyPr/>
                    <a:lstStyle/>
                    <a:p>
                      <a:pPr indent="0" marL="0">
                        <a:buNone/>
                      </a:pPr>
                      <a:r>
                        <a:rPr lang="en-US" sz="1400" b="1" dirty="0">
                          <a:solidFill>
                            <a:srgbClr val="ECE8DF"/>
                          </a:solidFill>
                          <a:latin typeface="Source Serif 4" pitchFamily="34" charset="0"/>
                          <a:ea typeface="Source Serif 4" pitchFamily="34" charset="-122"/>
                          <a:cs typeface="Source Serif 4" pitchFamily="34" charset="-120"/>
                        </a:rPr>
                        <a:t>Lorem ipsum 4</a:t>
                      </a:r>
                      <a:endParaRPr lang="en-US" sz="1400" dirty="0">
                        <a:latin typeface="Source Serif 4" charset="0"/>
                        <a:ea typeface="Source Serif 4" charset="0"/>
                        <a:cs typeface="Source Serif 4" charset="0"/>
                      </a:endParaRPr>
                    </a:p>
                  </a:txBody>
                  <a:tcPr marL="109728" marR="109728" marT="0" marB="0" anchor="ctr">
                    <a:lnL w="9525" cap="flat" cmpd="sng" algn="ctr">
                      <a:solidFill>
                        <a:srgbClr val="2A2D35"/>
                      </a:solidFill>
                      <a:prstDash val="solid"/>
                      <a:round/>
                      <a:headEnd type="none" w="med" len="med"/>
                      <a:tailEnd type="none" w="med" len="med"/>
                    </a:lnL>
                    <a:lnR w="9525" cap="flat" cmpd="sng" algn="ctr">
                      <a:solidFill>
                        <a:srgbClr val="2A2D35"/>
                      </a:solidFill>
                      <a:prstDash val="solid"/>
                      <a:round/>
                      <a:headEnd type="none" w="med" len="med"/>
                      <a:tailEnd type="none" w="med" len="med"/>
                    </a:lnR>
                    <a:lnT w="9525" cap="flat" cmpd="sng" algn="ctr">
                      <a:solidFill>
                        <a:srgbClr val="2A2D35"/>
                      </a:solidFill>
                      <a:prstDash val="solid"/>
                      <a:round/>
                      <a:headEnd type="none" w="med" len="med"/>
                      <a:tailEnd type="none" w="med" len="med"/>
                    </a:lnT>
                    <a:lnB w="9525" cap="flat" cmpd="sng" algn="ctr">
                      <a:solidFill>
                        <a:srgbClr val="2A2D35"/>
                      </a:solidFill>
                      <a:prstDash val="solid"/>
                      <a:round/>
                      <a:headEnd type="none" w="med" len="med"/>
                      <a:tailEnd type="none" w="med" len="med"/>
                    </a:lnB>
                    <a:solidFill>
                      <a:srgbClr val="121318"/>
                    </a:solidFill>
                  </a:tcPr>
                </a:tc>
                <a:tc>
                  <a:txBody>
                    <a:bodyPr/>
                    <a:lstStyle/>
                    <a:p>
                      <a:pPr indent="0" marL="0">
                        <a:buNone/>
                      </a:pPr>
                      <a:r>
                        <a:rPr lang="en-US" sz="1400" dirty="0">
                          <a:solidFill>
                            <a:srgbClr val="DDD8CC"/>
                          </a:solidFill>
                          <a:latin typeface="Source Serif 4" pitchFamily="34" charset="0"/>
                          <a:ea typeface="Source Serif 4" pitchFamily="34" charset="-122"/>
                          <a:cs typeface="Source Serif 4" pitchFamily="34" charset="-120"/>
                        </a:rPr>
                        <a:t>Consectetur adipiscing elit sed do eiusmod</a:t>
                      </a:r>
                      <a:endParaRPr lang="en-US" sz="1400" dirty="0">
                        <a:latin typeface="Source Serif 4" charset="0"/>
                        <a:ea typeface="Source Serif 4" charset="0"/>
                        <a:cs typeface="Source Serif 4" charset="0"/>
                      </a:endParaRPr>
                    </a:p>
                  </a:txBody>
                  <a:tcPr marL="109728" marR="109728" marT="0" marB="0" anchor="ctr">
                    <a:lnL w="9525" cap="flat" cmpd="sng" algn="ctr">
                      <a:solidFill>
                        <a:srgbClr val="2A2D35"/>
                      </a:solidFill>
                      <a:prstDash val="solid"/>
                      <a:round/>
                      <a:headEnd type="none" w="med" len="med"/>
                      <a:tailEnd type="none" w="med" len="med"/>
                    </a:lnL>
                    <a:lnR w="9525" cap="flat" cmpd="sng" algn="ctr">
                      <a:solidFill>
                        <a:srgbClr val="2A2D35"/>
                      </a:solidFill>
                      <a:prstDash val="solid"/>
                      <a:round/>
                      <a:headEnd type="none" w="med" len="med"/>
                      <a:tailEnd type="none" w="med" len="med"/>
                    </a:lnR>
                    <a:lnT w="9525" cap="flat" cmpd="sng" algn="ctr">
                      <a:solidFill>
                        <a:srgbClr val="2A2D35"/>
                      </a:solidFill>
                      <a:prstDash val="solid"/>
                      <a:round/>
                      <a:headEnd type="none" w="med" len="med"/>
                      <a:tailEnd type="none" w="med" len="med"/>
                    </a:lnT>
                    <a:lnB w="9525" cap="flat" cmpd="sng" algn="ctr">
                      <a:solidFill>
                        <a:srgbClr val="2A2D35"/>
                      </a:solidFill>
                      <a:prstDash val="solid"/>
                      <a:round/>
                      <a:headEnd type="none" w="med" len="med"/>
                      <a:tailEnd type="none" w="med" len="med"/>
                    </a:lnB>
                    <a:solidFill>
                      <a:srgbClr val="121318"/>
                    </a:solidFill>
                  </a:tcPr>
                </a:tc>
                <a:tc>
                  <a:txBody>
                    <a:bodyPr/>
                    <a:lstStyle/>
                    <a:p>
                      <a:pPr indent="0" marL="0">
                        <a:buNone/>
                      </a:pPr>
                      <a:r>
                        <a:rPr lang="en-US" sz="1400" dirty="0">
                          <a:solidFill>
                            <a:srgbClr val="DDD8CC"/>
                          </a:solidFill>
                          <a:latin typeface="Source Serif 4" pitchFamily="34" charset="0"/>
                          <a:ea typeface="Source Serif 4" pitchFamily="34" charset="-122"/>
                          <a:cs typeface="Source Serif 4" pitchFamily="34" charset="-120"/>
                        </a:rPr>
                        <a:t>Tempor incididunt ut labore</a:t>
                      </a:r>
                      <a:endParaRPr lang="en-US" sz="1400" dirty="0">
                        <a:latin typeface="Source Serif 4" charset="0"/>
                        <a:ea typeface="Source Serif 4" charset="0"/>
                        <a:cs typeface="Source Serif 4" charset="0"/>
                      </a:endParaRPr>
                    </a:p>
                  </a:txBody>
                  <a:tcPr marL="109728" marR="109728" marT="0" marB="0" anchor="ctr">
                    <a:lnL w="9525" cap="flat" cmpd="sng" algn="ctr">
                      <a:solidFill>
                        <a:srgbClr val="2A2D35"/>
                      </a:solidFill>
                      <a:prstDash val="solid"/>
                      <a:round/>
                      <a:headEnd type="none" w="med" len="med"/>
                      <a:tailEnd type="none" w="med" len="med"/>
                    </a:lnL>
                    <a:lnR w="9525" cap="flat" cmpd="sng" algn="ctr">
                      <a:solidFill>
                        <a:srgbClr val="2A2D35"/>
                      </a:solidFill>
                      <a:prstDash val="solid"/>
                      <a:round/>
                      <a:headEnd type="none" w="med" len="med"/>
                      <a:tailEnd type="none" w="med" len="med"/>
                    </a:lnR>
                    <a:lnT w="9525" cap="flat" cmpd="sng" algn="ctr">
                      <a:solidFill>
                        <a:srgbClr val="2A2D35"/>
                      </a:solidFill>
                      <a:prstDash val="solid"/>
                      <a:round/>
                      <a:headEnd type="none" w="med" len="med"/>
                      <a:tailEnd type="none" w="med" len="med"/>
                    </a:lnT>
                    <a:lnB w="9525" cap="flat" cmpd="sng" algn="ctr">
                      <a:solidFill>
                        <a:srgbClr val="2A2D35"/>
                      </a:solidFill>
                      <a:prstDash val="solid"/>
                      <a:round/>
                      <a:headEnd type="none" w="med" len="med"/>
                      <a:tailEnd type="none" w="med" len="med"/>
                    </a:lnB>
                    <a:solidFill>
                      <a:srgbClr val="121318"/>
                    </a:solidFill>
                  </a:tcPr>
                </a:tc>
                <a:tc>
                  <a:txBody>
                    <a:bodyPr/>
                    <a:lstStyle/>
                    <a:p>
                      <a:pPr indent="0" marL="0">
                        <a:buNone/>
                      </a:pPr>
                      <a:r>
                        <a:rPr lang="en-US" sz="1000" b="1" dirty="0">
                          <a:solidFill>
                            <a:srgbClr val="A2353A"/>
                          </a:solidFill>
                          <a:latin typeface="IBM Plex Mono" pitchFamily="34" charset="0"/>
                          <a:ea typeface="IBM Plex Mono" pitchFamily="34" charset="-122"/>
                          <a:cs typeface="IBM Plex Mono" pitchFamily="34" charset="-120"/>
                        </a:rPr>
                        <a:t>SIT</a:t>
                      </a:r>
                      <a:endParaRPr lang="en-US" sz="1000" dirty="0">
                        <a:latin typeface="IBM Plex Mono" charset="0"/>
                        <a:ea typeface="IBM Plex Mono" charset="0"/>
                        <a:cs typeface="IBM Plex Mono" charset="0"/>
                      </a:endParaRPr>
                    </a:p>
                  </a:txBody>
                  <a:tcPr marL="109728" marR="109728" marT="0" marB="0" anchor="ctr">
                    <a:lnL w="9525" cap="flat" cmpd="sng" algn="ctr">
                      <a:solidFill>
                        <a:srgbClr val="2A2D35"/>
                      </a:solidFill>
                      <a:prstDash val="solid"/>
                      <a:round/>
                      <a:headEnd type="none" w="med" len="med"/>
                      <a:tailEnd type="none" w="med" len="med"/>
                    </a:lnL>
                    <a:lnR w="9525" cap="flat" cmpd="sng" algn="ctr">
                      <a:solidFill>
                        <a:srgbClr val="2A2D35"/>
                      </a:solidFill>
                      <a:prstDash val="solid"/>
                      <a:round/>
                      <a:headEnd type="none" w="med" len="med"/>
                      <a:tailEnd type="none" w="med" len="med"/>
                    </a:lnR>
                    <a:lnT w="9525" cap="flat" cmpd="sng" algn="ctr">
                      <a:solidFill>
                        <a:srgbClr val="2A2D35"/>
                      </a:solidFill>
                      <a:prstDash val="solid"/>
                      <a:round/>
                      <a:headEnd type="none" w="med" len="med"/>
                      <a:tailEnd type="none" w="med" len="med"/>
                    </a:lnT>
                    <a:lnB w="9525" cap="flat" cmpd="sng" algn="ctr">
                      <a:solidFill>
                        <a:srgbClr val="2A2D35"/>
                      </a:solidFill>
                      <a:prstDash val="solid"/>
                      <a:round/>
                      <a:headEnd type="none" w="med" len="med"/>
                      <a:tailEnd type="none" w="med" len="med"/>
                    </a:lnB>
                    <a:solidFill>
                      <a:srgbClr val="121318"/>
                    </a:solidFill>
                  </a:tcPr>
                </a:tc>
              </a:tr>
              <a:tr h="566928">
                <a:tc>
                  <a:txBody>
                    <a:bodyPr/>
                    <a:lstStyle/>
                    <a:p>
                      <a:pPr indent="0" marL="0">
                        <a:buNone/>
                      </a:pPr>
                      <a:r>
                        <a:rPr lang="en-US" sz="1400" b="1" dirty="0">
                          <a:solidFill>
                            <a:srgbClr val="ECE8DF"/>
                          </a:solidFill>
                          <a:latin typeface="Source Serif 4" pitchFamily="34" charset="0"/>
                          <a:ea typeface="Source Serif 4" pitchFamily="34" charset="-122"/>
                          <a:cs typeface="Source Serif 4" pitchFamily="34" charset="-120"/>
                        </a:rPr>
                        <a:t>Lorem ipsum 5</a:t>
                      </a:r>
                      <a:endParaRPr lang="en-US" sz="1400" dirty="0">
                        <a:latin typeface="Source Serif 4" charset="0"/>
                        <a:ea typeface="Source Serif 4" charset="0"/>
                        <a:cs typeface="Source Serif 4" charset="0"/>
                      </a:endParaRPr>
                    </a:p>
                  </a:txBody>
                  <a:tcPr marL="109728" marR="109728" marT="0" marB="0" anchor="ctr">
                    <a:lnL w="9525" cap="flat" cmpd="sng" algn="ctr">
                      <a:solidFill>
                        <a:srgbClr val="2A2D35"/>
                      </a:solidFill>
                      <a:prstDash val="solid"/>
                      <a:round/>
                      <a:headEnd type="none" w="med" len="med"/>
                      <a:tailEnd type="none" w="med" len="med"/>
                    </a:lnL>
                    <a:lnR w="9525" cap="flat" cmpd="sng" algn="ctr">
                      <a:solidFill>
                        <a:srgbClr val="2A2D35"/>
                      </a:solidFill>
                      <a:prstDash val="solid"/>
                      <a:round/>
                      <a:headEnd type="none" w="med" len="med"/>
                      <a:tailEnd type="none" w="med" len="med"/>
                    </a:lnR>
                    <a:lnT w="9525" cap="flat" cmpd="sng" algn="ctr">
                      <a:solidFill>
                        <a:srgbClr val="2A2D35"/>
                      </a:solidFill>
                      <a:prstDash val="solid"/>
                      <a:round/>
                      <a:headEnd type="none" w="med" len="med"/>
                      <a:tailEnd type="none" w="med" len="med"/>
                    </a:lnT>
                    <a:lnB w="9525" cap="flat" cmpd="sng" algn="ctr">
                      <a:solidFill>
                        <a:srgbClr val="2A2D35"/>
                      </a:solidFill>
                      <a:prstDash val="solid"/>
                      <a:round/>
                      <a:headEnd type="none" w="med" len="med"/>
                      <a:tailEnd type="none" w="med" len="med"/>
                    </a:lnB>
                    <a:solidFill>
                      <a:srgbClr val="0C0D10"/>
                    </a:solidFill>
                  </a:tcPr>
                </a:tc>
                <a:tc>
                  <a:txBody>
                    <a:bodyPr/>
                    <a:lstStyle/>
                    <a:p>
                      <a:pPr indent="0" marL="0">
                        <a:buNone/>
                      </a:pPr>
                      <a:r>
                        <a:rPr lang="en-US" sz="1400" dirty="0">
                          <a:solidFill>
                            <a:srgbClr val="DDD8CC"/>
                          </a:solidFill>
                          <a:latin typeface="Source Serif 4" pitchFamily="34" charset="0"/>
                          <a:ea typeface="Source Serif 4" pitchFamily="34" charset="-122"/>
                          <a:cs typeface="Source Serif 4" pitchFamily="34" charset="-120"/>
                        </a:rPr>
                        <a:t>Consectetur adipiscing elit sed do eiusmod</a:t>
                      </a:r>
                      <a:endParaRPr lang="en-US" sz="1400" dirty="0">
                        <a:latin typeface="Source Serif 4" charset="0"/>
                        <a:ea typeface="Source Serif 4" charset="0"/>
                        <a:cs typeface="Source Serif 4" charset="0"/>
                      </a:endParaRPr>
                    </a:p>
                  </a:txBody>
                  <a:tcPr marL="109728" marR="109728" marT="0" marB="0" anchor="ctr">
                    <a:lnL w="9525" cap="flat" cmpd="sng" algn="ctr">
                      <a:solidFill>
                        <a:srgbClr val="2A2D35"/>
                      </a:solidFill>
                      <a:prstDash val="solid"/>
                      <a:round/>
                      <a:headEnd type="none" w="med" len="med"/>
                      <a:tailEnd type="none" w="med" len="med"/>
                    </a:lnL>
                    <a:lnR w="9525" cap="flat" cmpd="sng" algn="ctr">
                      <a:solidFill>
                        <a:srgbClr val="2A2D35"/>
                      </a:solidFill>
                      <a:prstDash val="solid"/>
                      <a:round/>
                      <a:headEnd type="none" w="med" len="med"/>
                      <a:tailEnd type="none" w="med" len="med"/>
                    </a:lnR>
                    <a:lnT w="9525" cap="flat" cmpd="sng" algn="ctr">
                      <a:solidFill>
                        <a:srgbClr val="2A2D35"/>
                      </a:solidFill>
                      <a:prstDash val="solid"/>
                      <a:round/>
                      <a:headEnd type="none" w="med" len="med"/>
                      <a:tailEnd type="none" w="med" len="med"/>
                    </a:lnT>
                    <a:lnB w="9525" cap="flat" cmpd="sng" algn="ctr">
                      <a:solidFill>
                        <a:srgbClr val="2A2D35"/>
                      </a:solidFill>
                      <a:prstDash val="solid"/>
                      <a:round/>
                      <a:headEnd type="none" w="med" len="med"/>
                      <a:tailEnd type="none" w="med" len="med"/>
                    </a:lnB>
                    <a:solidFill>
                      <a:srgbClr val="0C0D10"/>
                    </a:solidFill>
                  </a:tcPr>
                </a:tc>
                <a:tc>
                  <a:txBody>
                    <a:bodyPr/>
                    <a:lstStyle/>
                    <a:p>
                      <a:pPr indent="0" marL="0">
                        <a:buNone/>
                      </a:pPr>
                      <a:r>
                        <a:rPr lang="en-US" sz="1400" dirty="0">
                          <a:solidFill>
                            <a:srgbClr val="DDD8CC"/>
                          </a:solidFill>
                          <a:latin typeface="Source Serif 4" pitchFamily="34" charset="0"/>
                          <a:ea typeface="Source Serif 4" pitchFamily="34" charset="-122"/>
                          <a:cs typeface="Source Serif 4" pitchFamily="34" charset="-120"/>
                        </a:rPr>
                        <a:t>Tempor incididunt ut labore</a:t>
                      </a:r>
                      <a:endParaRPr lang="en-US" sz="1400" dirty="0">
                        <a:latin typeface="Source Serif 4" charset="0"/>
                        <a:ea typeface="Source Serif 4" charset="0"/>
                        <a:cs typeface="Source Serif 4" charset="0"/>
                      </a:endParaRPr>
                    </a:p>
                  </a:txBody>
                  <a:tcPr marL="109728" marR="109728" marT="0" marB="0" anchor="ctr">
                    <a:lnL w="9525" cap="flat" cmpd="sng" algn="ctr">
                      <a:solidFill>
                        <a:srgbClr val="2A2D35"/>
                      </a:solidFill>
                      <a:prstDash val="solid"/>
                      <a:round/>
                      <a:headEnd type="none" w="med" len="med"/>
                      <a:tailEnd type="none" w="med" len="med"/>
                    </a:lnL>
                    <a:lnR w="9525" cap="flat" cmpd="sng" algn="ctr">
                      <a:solidFill>
                        <a:srgbClr val="2A2D35"/>
                      </a:solidFill>
                      <a:prstDash val="solid"/>
                      <a:round/>
                      <a:headEnd type="none" w="med" len="med"/>
                      <a:tailEnd type="none" w="med" len="med"/>
                    </a:lnR>
                    <a:lnT w="9525" cap="flat" cmpd="sng" algn="ctr">
                      <a:solidFill>
                        <a:srgbClr val="2A2D35"/>
                      </a:solidFill>
                      <a:prstDash val="solid"/>
                      <a:round/>
                      <a:headEnd type="none" w="med" len="med"/>
                      <a:tailEnd type="none" w="med" len="med"/>
                    </a:lnT>
                    <a:lnB w="9525" cap="flat" cmpd="sng" algn="ctr">
                      <a:solidFill>
                        <a:srgbClr val="2A2D35"/>
                      </a:solidFill>
                      <a:prstDash val="solid"/>
                      <a:round/>
                      <a:headEnd type="none" w="med" len="med"/>
                      <a:tailEnd type="none" w="med" len="med"/>
                    </a:lnB>
                    <a:solidFill>
                      <a:srgbClr val="0C0D10"/>
                    </a:solidFill>
                  </a:tcPr>
                </a:tc>
                <a:tc>
                  <a:txBody>
                    <a:bodyPr/>
                    <a:lstStyle/>
                    <a:p>
                      <a:pPr indent="0" marL="0">
                        <a:buNone/>
                      </a:pPr>
                      <a:r>
                        <a:rPr lang="en-US" sz="1000" b="1" dirty="0">
                          <a:solidFill>
                            <a:srgbClr val="5B5763"/>
                          </a:solidFill>
                          <a:latin typeface="IBM Plex Mono" pitchFamily="34" charset="0"/>
                          <a:ea typeface="IBM Plex Mono" pitchFamily="34" charset="-122"/>
                          <a:cs typeface="IBM Plex Mono" pitchFamily="34" charset="-120"/>
                        </a:rPr>
                        <a:t>AMET</a:t>
                      </a:r>
                      <a:endParaRPr lang="en-US" sz="1000" dirty="0">
                        <a:latin typeface="IBM Plex Mono" charset="0"/>
                        <a:ea typeface="IBM Plex Mono" charset="0"/>
                        <a:cs typeface="IBM Plex Mono" charset="0"/>
                      </a:endParaRPr>
                    </a:p>
                  </a:txBody>
                  <a:tcPr marL="109728" marR="109728" marT="0" marB="0" anchor="ctr">
                    <a:lnL w="9525" cap="flat" cmpd="sng" algn="ctr">
                      <a:solidFill>
                        <a:srgbClr val="2A2D35"/>
                      </a:solidFill>
                      <a:prstDash val="solid"/>
                      <a:round/>
                      <a:headEnd type="none" w="med" len="med"/>
                      <a:tailEnd type="none" w="med" len="med"/>
                    </a:lnL>
                    <a:lnR w="9525" cap="flat" cmpd="sng" algn="ctr">
                      <a:solidFill>
                        <a:srgbClr val="2A2D35"/>
                      </a:solidFill>
                      <a:prstDash val="solid"/>
                      <a:round/>
                      <a:headEnd type="none" w="med" len="med"/>
                      <a:tailEnd type="none" w="med" len="med"/>
                    </a:lnR>
                    <a:lnT w="9525" cap="flat" cmpd="sng" algn="ctr">
                      <a:solidFill>
                        <a:srgbClr val="2A2D35"/>
                      </a:solidFill>
                      <a:prstDash val="solid"/>
                      <a:round/>
                      <a:headEnd type="none" w="med" len="med"/>
                      <a:tailEnd type="none" w="med" len="med"/>
                    </a:lnT>
                    <a:lnB w="9525" cap="flat" cmpd="sng" algn="ctr">
                      <a:solidFill>
                        <a:srgbClr val="2A2D35"/>
                      </a:solidFill>
                      <a:prstDash val="solid"/>
                      <a:round/>
                      <a:headEnd type="none" w="med" len="med"/>
                      <a:tailEnd type="none" w="med" len="med"/>
                    </a:lnB>
                    <a:solidFill>
                      <a:srgbClr val="0C0D10"/>
                    </a:solidFill>
                  </a:tcPr>
                </a:tc>
              </a:tr>
            </a:tbl>
          </a:graphicData>
        </a:graphic>
      </p:graphicFrame>
      <p:sp>
        <p:nvSpPr>
          <p:cNvPr id="9" name="Text 6"/>
          <p:cNvSpPr/>
          <p:nvPr/>
        </p:nvSpPr>
        <p:spPr>
          <a:xfrm>
            <a:off x="548640" y="5486400"/>
            <a:ext cx="9144000" cy="274320"/>
          </a:xfrm>
          <a:prstGeom prst="rect">
            <a:avLst/>
          </a:prstGeom>
          <a:noFill/>
          <a:ln/>
        </p:spPr>
        <p:txBody>
          <a:bodyPr wrap="square" lIns="0" tIns="0" rIns="0" bIns="0" rtlCol="0" anchor="ctr"/>
          <a:lstStyle/>
          <a:p>
            <a:pPr indent="0" marL="0">
              <a:buNone/>
            </a:pPr>
            <a:r>
              <a:rPr lang="en-US" sz="1000" dirty="0">
                <a:solidFill>
                  <a:srgbClr val="9A958A"/>
                </a:solidFill>
                <a:latin typeface="IBM Plex Mono" pitchFamily="34" charset="0"/>
                <a:ea typeface="IBM Plex Mono" pitchFamily="34" charset="-122"/>
                <a:cs typeface="IBM Plex Mono" pitchFamily="34" charset="-120"/>
              </a:rPr>
              <a:t>Lorem: ipsum dolor sit amet · consectetur adipiscing elit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D10"/>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000" b="1" spc="400" kern="0" dirty="0">
                <a:solidFill>
                  <a:srgbClr val="C9A24A"/>
                </a:solidFill>
                <a:latin typeface="IBM Plex Mono" pitchFamily="34" charset="0"/>
                <a:ea typeface="IBM Plex Mono" pitchFamily="34" charset="-122"/>
                <a:cs typeface="IBM Plex Mono" pitchFamily="34" charset="-120"/>
              </a:rPr>
              <a:t>LOREM IPSUM · CHRONOLOGIA</a:t>
            </a:r>
            <a:endParaRPr lang="en-US" sz="1000" dirty="0"/>
          </a:p>
        </p:txBody>
      </p:sp>
      <p:sp>
        <p:nvSpPr>
          <p:cNvPr id="3" name="Text 1"/>
          <p:cNvSpPr/>
          <p:nvPr/>
        </p:nvSpPr>
        <p:spPr>
          <a:xfrm>
            <a:off x="10728655" y="292608"/>
            <a:ext cx="914400" cy="274320"/>
          </a:xfrm>
          <a:prstGeom prst="rect">
            <a:avLst/>
          </a:prstGeom>
          <a:noFill/>
          <a:ln/>
        </p:spPr>
        <p:txBody>
          <a:bodyPr wrap="square" lIns="0" tIns="0" rIns="0" bIns="0" rtlCol="0" anchor="ctr"/>
          <a:lstStyle/>
          <a:p>
            <a:pPr algn="r" indent="0" marL="0">
              <a:buNone/>
            </a:pPr>
            <a:r>
              <a:rPr lang="en-US" sz="1000" dirty="0">
                <a:solidFill>
                  <a:srgbClr val="9A958A"/>
                </a:solidFill>
                <a:latin typeface="IBM Plex Mono" pitchFamily="34" charset="0"/>
                <a:ea typeface="IBM Plex Mono" pitchFamily="34" charset="-122"/>
                <a:cs typeface="IBM Plex Mono" pitchFamily="34" charset="-120"/>
              </a:rPr>
              <a:t>10</a:t>
            </a:r>
            <a:endParaRPr lang="en-US" sz="1000" dirty="0"/>
          </a:p>
        </p:txBody>
      </p:sp>
      <p:sp>
        <p:nvSpPr>
          <p:cNvPr id="4" name="Shape 2"/>
          <p:cNvSpPr/>
          <p:nvPr/>
        </p:nvSpPr>
        <p:spPr>
          <a:xfrm>
            <a:off x="548640" y="658368"/>
            <a:ext cx="11094415" cy="0"/>
          </a:xfrm>
          <a:prstGeom prst="line">
            <a:avLst/>
          </a:prstGeom>
          <a:noFill/>
          <a:ln w="9525">
            <a:solidFill>
              <a:srgbClr val="2C2F37"/>
            </a:solidFill>
            <a:prstDash val="solid"/>
          </a:ln>
        </p:spPr>
      </p:sp>
      <p:sp>
        <p:nvSpPr>
          <p:cNvPr id="5" name="Text 3"/>
          <p:cNvSpPr/>
          <p:nvPr/>
        </p:nvSpPr>
        <p:spPr>
          <a:xfrm>
            <a:off x="548640" y="6419088"/>
            <a:ext cx="5486400" cy="228600"/>
          </a:xfrm>
          <a:prstGeom prst="rect">
            <a:avLst/>
          </a:prstGeom>
          <a:noFill/>
          <a:ln/>
        </p:spPr>
        <p:txBody>
          <a:bodyPr wrap="square" lIns="0" tIns="0" rIns="0" bIns="0" rtlCol="0" anchor="ctr"/>
          <a:lstStyle/>
          <a:p>
            <a:pPr indent="0" marL="0">
              <a:buNone/>
            </a:pPr>
            <a:r>
              <a:rPr lang="en-US" sz="900" spc="300" kern="0" dirty="0">
                <a:solidFill>
                  <a:srgbClr val="9A958A"/>
                </a:solidFill>
                <a:latin typeface="IBM Plex Mono" pitchFamily="34" charset="0"/>
                <a:ea typeface="IBM Plex Mono" pitchFamily="34" charset="-122"/>
                <a:cs typeface="IBM Plex Mono" pitchFamily="34" charset="-120"/>
              </a:rPr>
              <a:t>LOREM IPSUM · DOLOR SIT AMET</a:t>
            </a:r>
            <a:endParaRPr lang="en-US" sz="900" dirty="0"/>
          </a:p>
        </p:txBody>
      </p:sp>
      <p:sp>
        <p:nvSpPr>
          <p:cNvPr id="6" name="Shape 4"/>
          <p:cNvSpPr/>
          <p:nvPr/>
        </p:nvSpPr>
        <p:spPr>
          <a:xfrm>
            <a:off x="9814255" y="6528816"/>
            <a:ext cx="1828800" cy="0"/>
          </a:xfrm>
          <a:prstGeom prst="line">
            <a:avLst/>
          </a:prstGeom>
          <a:noFill/>
          <a:ln w="9525">
            <a:solidFill>
              <a:srgbClr val="C9A24A"/>
            </a:solidFill>
            <a:prstDash val="solid"/>
          </a:ln>
        </p:spPr>
      </p:sp>
      <p:sp>
        <p:nvSpPr>
          <p:cNvPr id="7" name="Text 5"/>
          <p:cNvSpPr/>
          <p:nvPr/>
        </p:nvSpPr>
        <p:spPr>
          <a:xfrm>
            <a:off x="548640" y="868680"/>
            <a:ext cx="9144000" cy="731520"/>
          </a:xfrm>
          <a:prstGeom prst="rect">
            <a:avLst/>
          </a:prstGeom>
          <a:noFill/>
          <a:ln/>
        </p:spPr>
        <p:txBody>
          <a:bodyPr wrap="square" lIns="0" tIns="0" rIns="0" bIns="0" rtlCol="0" anchor="ctr"/>
          <a:lstStyle/>
          <a:p>
            <a:pPr indent="0" marL="0">
              <a:buNone/>
            </a:pPr>
            <a:r>
              <a:rPr lang="en-US" sz="3600" b="1" dirty="0">
                <a:solidFill>
                  <a:srgbClr val="ECE8DF"/>
                </a:solidFill>
                <a:latin typeface="Cormorant Garamond" pitchFamily="34" charset="0"/>
                <a:ea typeface="Cormorant Garamond" pitchFamily="34" charset="-122"/>
                <a:cs typeface="Cormorant Garamond" pitchFamily="34" charset="-120"/>
              </a:rPr>
              <a:t>Lorem ipsum </a:t>
            </a:r>
            <a:pPr indent="0" marL="0">
              <a:buNone/>
            </a:pPr>
            <a:r>
              <a:rPr lang="en-US" sz="3600" b="1" i="1" dirty="0">
                <a:solidFill>
                  <a:srgbClr val="E6C97A"/>
                </a:solidFill>
                <a:latin typeface="Cormorant Garamond" pitchFamily="34" charset="0"/>
                <a:ea typeface="Cormorant Garamond" pitchFamily="34" charset="-122"/>
                <a:cs typeface="Cormorant Garamond" pitchFamily="34" charset="-120"/>
              </a:rPr>
              <a:t>dolor</a:t>
            </a:r>
            <a:endParaRPr lang="en-US" sz="3600" dirty="0"/>
          </a:p>
        </p:txBody>
      </p:sp>
      <p:sp>
        <p:nvSpPr>
          <p:cNvPr id="8" name="Shape 6"/>
          <p:cNvSpPr/>
          <p:nvPr/>
        </p:nvSpPr>
        <p:spPr>
          <a:xfrm>
            <a:off x="1737360" y="3063240"/>
            <a:ext cx="8716975" cy="0"/>
          </a:xfrm>
          <a:prstGeom prst="line">
            <a:avLst/>
          </a:prstGeom>
          <a:noFill/>
          <a:ln w="19050">
            <a:solidFill>
              <a:srgbClr val="C9A24A"/>
            </a:solidFill>
            <a:prstDash val="solid"/>
          </a:ln>
        </p:spPr>
      </p:sp>
      <p:sp>
        <p:nvSpPr>
          <p:cNvPr id="9" name="Shape 7"/>
          <p:cNvSpPr/>
          <p:nvPr/>
        </p:nvSpPr>
        <p:spPr>
          <a:xfrm>
            <a:off x="1618488" y="2944368"/>
            <a:ext cx="237744" cy="237744"/>
          </a:xfrm>
          <a:prstGeom prst="ellipse">
            <a:avLst/>
          </a:prstGeom>
          <a:solidFill>
            <a:srgbClr val="0C0D10"/>
          </a:solidFill>
          <a:ln w="19050">
            <a:solidFill>
              <a:srgbClr val="C9A24A"/>
            </a:solidFill>
            <a:prstDash val="solid"/>
          </a:ln>
        </p:spPr>
      </p:sp>
      <p:sp>
        <p:nvSpPr>
          <p:cNvPr id="10" name="Text 8"/>
          <p:cNvSpPr/>
          <p:nvPr/>
        </p:nvSpPr>
        <p:spPr>
          <a:xfrm>
            <a:off x="731520" y="2240280"/>
            <a:ext cx="2011680" cy="292608"/>
          </a:xfrm>
          <a:prstGeom prst="rect">
            <a:avLst/>
          </a:prstGeom>
          <a:solidFill>
            <a:srgbClr val="D9C9A3"/>
          </a:solidFill>
          <a:ln/>
        </p:spPr>
        <p:txBody>
          <a:bodyPr wrap="square" lIns="0" tIns="0" rIns="0" bIns="0" rtlCol="0" anchor="ctr"/>
          <a:lstStyle/>
          <a:p>
            <a:pPr algn="ctr" indent="0" marL="0">
              <a:buNone/>
            </a:pPr>
            <a:r>
              <a:rPr lang="en-US" sz="1100" b="1" spc="300" kern="0" dirty="0">
                <a:solidFill>
                  <a:srgbClr val="0C0D10"/>
                </a:solidFill>
                <a:latin typeface="IBM Plex Mono" pitchFamily="34" charset="0"/>
                <a:ea typeface="IBM Plex Mono" pitchFamily="34" charset="-122"/>
                <a:cs typeface="IBM Plex Mono" pitchFamily="34" charset="-120"/>
              </a:rPr>
              <a:t>ANNO I</a:t>
            </a:r>
            <a:endParaRPr lang="en-US" sz="1100" dirty="0"/>
          </a:p>
        </p:txBody>
      </p:sp>
      <p:sp>
        <p:nvSpPr>
          <p:cNvPr id="11" name="Text 9"/>
          <p:cNvSpPr/>
          <p:nvPr/>
        </p:nvSpPr>
        <p:spPr>
          <a:xfrm>
            <a:off x="685800" y="3383280"/>
            <a:ext cx="2103120" cy="457200"/>
          </a:xfrm>
          <a:prstGeom prst="rect">
            <a:avLst/>
          </a:prstGeom>
          <a:noFill/>
          <a:ln/>
        </p:spPr>
        <p:txBody>
          <a:bodyPr wrap="square" lIns="0" tIns="0" rIns="0" bIns="0" rtlCol="0" anchor="ctr"/>
          <a:lstStyle/>
          <a:p>
            <a:pPr algn="ctr" indent="0" marL="0">
              <a:buNone/>
            </a:pPr>
            <a:r>
              <a:rPr lang="en-US" sz="2100" b="1" dirty="0">
                <a:solidFill>
                  <a:srgbClr val="ECE8DF"/>
                </a:solidFill>
                <a:latin typeface="Cormorant Garamond" pitchFamily="34" charset="0"/>
                <a:ea typeface="Cormorant Garamond" pitchFamily="34" charset="-122"/>
                <a:cs typeface="Cormorant Garamond" pitchFamily="34" charset="-120"/>
              </a:rPr>
              <a:t>Lorem ipsum dolor</a:t>
            </a:r>
            <a:endParaRPr lang="en-US" sz="2100" dirty="0"/>
          </a:p>
        </p:txBody>
      </p:sp>
      <p:sp>
        <p:nvSpPr>
          <p:cNvPr id="12" name="Text 10"/>
          <p:cNvSpPr/>
          <p:nvPr/>
        </p:nvSpPr>
        <p:spPr>
          <a:xfrm>
            <a:off x="685800" y="3840480"/>
            <a:ext cx="2103120" cy="1097280"/>
          </a:xfrm>
          <a:prstGeom prst="rect">
            <a:avLst/>
          </a:prstGeom>
          <a:noFill/>
          <a:ln/>
        </p:spPr>
        <p:txBody>
          <a:bodyPr wrap="square" lIns="0" tIns="0" rIns="0" bIns="0" rtlCol="0" anchor="t"/>
          <a:lstStyle/>
          <a:p>
            <a:pPr algn="ctr" indent="0" marL="0">
              <a:buNone/>
            </a:pPr>
            <a:r>
              <a:rPr lang="en-US" sz="1300" dirty="0">
                <a:solidFill>
                  <a:srgbClr val="9A958A"/>
                </a:solidFill>
                <a:latin typeface="Source Serif 4" pitchFamily="34" charset="0"/>
                <a:ea typeface="Source Serif 4" pitchFamily="34" charset="-122"/>
                <a:cs typeface="Source Serif 4" pitchFamily="34" charset="-120"/>
              </a:rPr>
              <a:t>Consectetur adipiscing elit, sed do eiusmod tempor.</a:t>
            </a:r>
            <a:endParaRPr lang="en-US" sz="1300" dirty="0"/>
          </a:p>
        </p:txBody>
      </p:sp>
      <p:sp>
        <p:nvSpPr>
          <p:cNvPr id="13" name="Shape 11"/>
          <p:cNvSpPr/>
          <p:nvPr/>
        </p:nvSpPr>
        <p:spPr>
          <a:xfrm>
            <a:off x="3797732" y="2944368"/>
            <a:ext cx="237744" cy="237744"/>
          </a:xfrm>
          <a:prstGeom prst="ellipse">
            <a:avLst/>
          </a:prstGeom>
          <a:solidFill>
            <a:srgbClr val="0C0D10"/>
          </a:solidFill>
          <a:ln w="19050">
            <a:solidFill>
              <a:srgbClr val="C9A24A"/>
            </a:solidFill>
            <a:prstDash val="solid"/>
          </a:ln>
        </p:spPr>
      </p:sp>
      <p:sp>
        <p:nvSpPr>
          <p:cNvPr id="14" name="Text 12"/>
          <p:cNvSpPr/>
          <p:nvPr/>
        </p:nvSpPr>
        <p:spPr>
          <a:xfrm>
            <a:off x="2910764" y="2240280"/>
            <a:ext cx="2011680" cy="292608"/>
          </a:xfrm>
          <a:prstGeom prst="rect">
            <a:avLst/>
          </a:prstGeom>
          <a:solidFill>
            <a:srgbClr val="D9C9A3"/>
          </a:solidFill>
          <a:ln/>
        </p:spPr>
        <p:txBody>
          <a:bodyPr wrap="square" lIns="0" tIns="0" rIns="0" bIns="0" rtlCol="0" anchor="ctr"/>
          <a:lstStyle/>
          <a:p>
            <a:pPr algn="ctr" indent="0" marL="0">
              <a:buNone/>
            </a:pPr>
            <a:r>
              <a:rPr lang="en-US" sz="1100" b="1" spc="300" kern="0" dirty="0">
                <a:solidFill>
                  <a:srgbClr val="0C0D10"/>
                </a:solidFill>
                <a:latin typeface="IBM Plex Mono" pitchFamily="34" charset="0"/>
                <a:ea typeface="IBM Plex Mono" pitchFamily="34" charset="-122"/>
                <a:cs typeface="IBM Plex Mono" pitchFamily="34" charset="-120"/>
              </a:rPr>
              <a:t>ANNO II</a:t>
            </a:r>
            <a:endParaRPr lang="en-US" sz="1100" dirty="0"/>
          </a:p>
        </p:txBody>
      </p:sp>
      <p:sp>
        <p:nvSpPr>
          <p:cNvPr id="15" name="Text 13"/>
          <p:cNvSpPr/>
          <p:nvPr/>
        </p:nvSpPr>
        <p:spPr>
          <a:xfrm>
            <a:off x="2865044" y="3383280"/>
            <a:ext cx="2103120" cy="457200"/>
          </a:xfrm>
          <a:prstGeom prst="rect">
            <a:avLst/>
          </a:prstGeom>
          <a:noFill/>
          <a:ln/>
        </p:spPr>
        <p:txBody>
          <a:bodyPr wrap="square" lIns="0" tIns="0" rIns="0" bIns="0" rtlCol="0" anchor="ctr"/>
          <a:lstStyle/>
          <a:p>
            <a:pPr algn="ctr" indent="0" marL="0">
              <a:buNone/>
            </a:pPr>
            <a:r>
              <a:rPr lang="en-US" sz="2100" b="1" dirty="0">
                <a:solidFill>
                  <a:srgbClr val="ECE8DF"/>
                </a:solidFill>
                <a:latin typeface="Cormorant Garamond" pitchFamily="34" charset="0"/>
                <a:ea typeface="Cormorant Garamond" pitchFamily="34" charset="-122"/>
                <a:cs typeface="Cormorant Garamond" pitchFamily="34" charset="-120"/>
              </a:rPr>
              <a:t>Lorem ipsum dolor</a:t>
            </a:r>
            <a:endParaRPr lang="en-US" sz="2100" dirty="0"/>
          </a:p>
        </p:txBody>
      </p:sp>
      <p:sp>
        <p:nvSpPr>
          <p:cNvPr id="16" name="Text 14"/>
          <p:cNvSpPr/>
          <p:nvPr/>
        </p:nvSpPr>
        <p:spPr>
          <a:xfrm>
            <a:off x="2865044" y="3840480"/>
            <a:ext cx="2103120" cy="1097280"/>
          </a:xfrm>
          <a:prstGeom prst="rect">
            <a:avLst/>
          </a:prstGeom>
          <a:noFill/>
          <a:ln/>
        </p:spPr>
        <p:txBody>
          <a:bodyPr wrap="square" lIns="0" tIns="0" rIns="0" bIns="0" rtlCol="0" anchor="t"/>
          <a:lstStyle/>
          <a:p>
            <a:pPr algn="ctr" indent="0" marL="0">
              <a:buNone/>
            </a:pPr>
            <a:r>
              <a:rPr lang="en-US" sz="1300" dirty="0">
                <a:solidFill>
                  <a:srgbClr val="9A958A"/>
                </a:solidFill>
                <a:latin typeface="Source Serif 4" pitchFamily="34" charset="0"/>
                <a:ea typeface="Source Serif 4" pitchFamily="34" charset="-122"/>
                <a:cs typeface="Source Serif 4" pitchFamily="34" charset="-120"/>
              </a:rPr>
              <a:t>Consectetur adipiscing elit, sed do eiusmod tempor.</a:t>
            </a:r>
            <a:endParaRPr lang="en-US" sz="1300" dirty="0"/>
          </a:p>
        </p:txBody>
      </p:sp>
      <p:sp>
        <p:nvSpPr>
          <p:cNvPr id="17" name="Shape 15"/>
          <p:cNvSpPr/>
          <p:nvPr/>
        </p:nvSpPr>
        <p:spPr>
          <a:xfrm>
            <a:off x="5976976" y="2944368"/>
            <a:ext cx="237744" cy="237744"/>
          </a:xfrm>
          <a:prstGeom prst="ellipse">
            <a:avLst/>
          </a:prstGeom>
          <a:solidFill>
            <a:srgbClr val="C9A24A"/>
          </a:solidFill>
          <a:ln w="19050">
            <a:solidFill>
              <a:srgbClr val="C9A24A"/>
            </a:solidFill>
            <a:prstDash val="solid"/>
          </a:ln>
        </p:spPr>
      </p:sp>
      <p:sp>
        <p:nvSpPr>
          <p:cNvPr id="18" name="Text 16"/>
          <p:cNvSpPr/>
          <p:nvPr/>
        </p:nvSpPr>
        <p:spPr>
          <a:xfrm>
            <a:off x="5090008" y="2240280"/>
            <a:ext cx="2011680" cy="292608"/>
          </a:xfrm>
          <a:prstGeom prst="rect">
            <a:avLst/>
          </a:prstGeom>
          <a:solidFill>
            <a:srgbClr val="D9C9A3"/>
          </a:solidFill>
          <a:ln/>
        </p:spPr>
        <p:txBody>
          <a:bodyPr wrap="square" lIns="0" tIns="0" rIns="0" bIns="0" rtlCol="0" anchor="ctr"/>
          <a:lstStyle/>
          <a:p>
            <a:pPr algn="ctr" indent="0" marL="0">
              <a:buNone/>
            </a:pPr>
            <a:r>
              <a:rPr lang="en-US" sz="1100" b="1" spc="300" kern="0" dirty="0">
                <a:solidFill>
                  <a:srgbClr val="0C0D10"/>
                </a:solidFill>
                <a:latin typeface="IBM Plex Mono" pitchFamily="34" charset="0"/>
                <a:ea typeface="IBM Plex Mono" pitchFamily="34" charset="-122"/>
                <a:cs typeface="IBM Plex Mono" pitchFamily="34" charset="-120"/>
              </a:rPr>
              <a:t>ANNO III</a:t>
            </a:r>
            <a:endParaRPr lang="en-US" sz="1100" dirty="0"/>
          </a:p>
        </p:txBody>
      </p:sp>
      <p:sp>
        <p:nvSpPr>
          <p:cNvPr id="19" name="Text 17"/>
          <p:cNvSpPr/>
          <p:nvPr/>
        </p:nvSpPr>
        <p:spPr>
          <a:xfrm>
            <a:off x="5044288" y="3383280"/>
            <a:ext cx="2103120" cy="457200"/>
          </a:xfrm>
          <a:prstGeom prst="rect">
            <a:avLst/>
          </a:prstGeom>
          <a:noFill/>
          <a:ln/>
        </p:spPr>
        <p:txBody>
          <a:bodyPr wrap="square" lIns="0" tIns="0" rIns="0" bIns="0" rtlCol="0" anchor="ctr"/>
          <a:lstStyle/>
          <a:p>
            <a:pPr algn="ctr" indent="0" marL="0">
              <a:buNone/>
            </a:pPr>
            <a:r>
              <a:rPr lang="en-US" sz="2100" b="1" dirty="0">
                <a:solidFill>
                  <a:srgbClr val="ECE8DF"/>
                </a:solidFill>
                <a:latin typeface="Cormorant Garamond" pitchFamily="34" charset="0"/>
                <a:ea typeface="Cormorant Garamond" pitchFamily="34" charset="-122"/>
                <a:cs typeface="Cormorant Garamond" pitchFamily="34" charset="-120"/>
              </a:rPr>
              <a:t>Lorem ipsum dolor</a:t>
            </a:r>
            <a:endParaRPr lang="en-US" sz="2100" dirty="0"/>
          </a:p>
        </p:txBody>
      </p:sp>
      <p:sp>
        <p:nvSpPr>
          <p:cNvPr id="20" name="Text 18"/>
          <p:cNvSpPr/>
          <p:nvPr/>
        </p:nvSpPr>
        <p:spPr>
          <a:xfrm>
            <a:off x="5044288" y="3840480"/>
            <a:ext cx="2103120" cy="1097280"/>
          </a:xfrm>
          <a:prstGeom prst="rect">
            <a:avLst/>
          </a:prstGeom>
          <a:noFill/>
          <a:ln/>
        </p:spPr>
        <p:txBody>
          <a:bodyPr wrap="square" lIns="0" tIns="0" rIns="0" bIns="0" rtlCol="0" anchor="t"/>
          <a:lstStyle/>
          <a:p>
            <a:pPr algn="ctr" indent="0" marL="0">
              <a:buNone/>
            </a:pPr>
            <a:r>
              <a:rPr lang="en-US" sz="1300" dirty="0">
                <a:solidFill>
                  <a:srgbClr val="9A958A"/>
                </a:solidFill>
                <a:latin typeface="Source Serif 4" pitchFamily="34" charset="0"/>
                <a:ea typeface="Source Serif 4" pitchFamily="34" charset="-122"/>
                <a:cs typeface="Source Serif 4" pitchFamily="34" charset="-120"/>
              </a:rPr>
              <a:t>Consectetur adipiscing elit, sed do eiusmod tempor.</a:t>
            </a:r>
            <a:endParaRPr lang="en-US" sz="1300" dirty="0"/>
          </a:p>
        </p:txBody>
      </p:sp>
      <p:sp>
        <p:nvSpPr>
          <p:cNvPr id="21" name="Shape 19"/>
          <p:cNvSpPr/>
          <p:nvPr/>
        </p:nvSpPr>
        <p:spPr>
          <a:xfrm>
            <a:off x="8156219" y="2944368"/>
            <a:ext cx="237744" cy="237744"/>
          </a:xfrm>
          <a:prstGeom prst="ellipse">
            <a:avLst/>
          </a:prstGeom>
          <a:solidFill>
            <a:srgbClr val="0C0D10"/>
          </a:solidFill>
          <a:ln w="19050">
            <a:solidFill>
              <a:srgbClr val="C9A24A"/>
            </a:solidFill>
            <a:prstDash val="solid"/>
          </a:ln>
        </p:spPr>
      </p:sp>
      <p:sp>
        <p:nvSpPr>
          <p:cNvPr id="22" name="Text 20"/>
          <p:cNvSpPr/>
          <p:nvPr/>
        </p:nvSpPr>
        <p:spPr>
          <a:xfrm>
            <a:off x="7269251" y="2240280"/>
            <a:ext cx="2011680" cy="292608"/>
          </a:xfrm>
          <a:prstGeom prst="rect">
            <a:avLst/>
          </a:prstGeom>
          <a:solidFill>
            <a:srgbClr val="D9C9A3"/>
          </a:solidFill>
          <a:ln/>
        </p:spPr>
        <p:txBody>
          <a:bodyPr wrap="square" lIns="0" tIns="0" rIns="0" bIns="0" rtlCol="0" anchor="ctr"/>
          <a:lstStyle/>
          <a:p>
            <a:pPr algn="ctr" indent="0" marL="0">
              <a:buNone/>
            </a:pPr>
            <a:r>
              <a:rPr lang="en-US" sz="1100" b="1" spc="300" kern="0" dirty="0">
                <a:solidFill>
                  <a:srgbClr val="0C0D10"/>
                </a:solidFill>
                <a:latin typeface="IBM Plex Mono" pitchFamily="34" charset="0"/>
                <a:ea typeface="IBM Plex Mono" pitchFamily="34" charset="-122"/>
                <a:cs typeface="IBM Plex Mono" pitchFamily="34" charset="-120"/>
              </a:rPr>
              <a:t>ANNO IV</a:t>
            </a:r>
            <a:endParaRPr lang="en-US" sz="1100" dirty="0"/>
          </a:p>
        </p:txBody>
      </p:sp>
      <p:sp>
        <p:nvSpPr>
          <p:cNvPr id="23" name="Text 21"/>
          <p:cNvSpPr/>
          <p:nvPr/>
        </p:nvSpPr>
        <p:spPr>
          <a:xfrm>
            <a:off x="7223531" y="3383280"/>
            <a:ext cx="2103120" cy="457200"/>
          </a:xfrm>
          <a:prstGeom prst="rect">
            <a:avLst/>
          </a:prstGeom>
          <a:noFill/>
          <a:ln/>
        </p:spPr>
        <p:txBody>
          <a:bodyPr wrap="square" lIns="0" tIns="0" rIns="0" bIns="0" rtlCol="0" anchor="ctr"/>
          <a:lstStyle/>
          <a:p>
            <a:pPr algn="ctr" indent="0" marL="0">
              <a:buNone/>
            </a:pPr>
            <a:r>
              <a:rPr lang="en-US" sz="2100" b="1" dirty="0">
                <a:solidFill>
                  <a:srgbClr val="ECE8DF"/>
                </a:solidFill>
                <a:latin typeface="Cormorant Garamond" pitchFamily="34" charset="0"/>
                <a:ea typeface="Cormorant Garamond" pitchFamily="34" charset="-122"/>
                <a:cs typeface="Cormorant Garamond" pitchFamily="34" charset="-120"/>
              </a:rPr>
              <a:t>Lorem ipsum dolor</a:t>
            </a:r>
            <a:endParaRPr lang="en-US" sz="2100" dirty="0"/>
          </a:p>
        </p:txBody>
      </p:sp>
      <p:sp>
        <p:nvSpPr>
          <p:cNvPr id="24" name="Text 22"/>
          <p:cNvSpPr/>
          <p:nvPr/>
        </p:nvSpPr>
        <p:spPr>
          <a:xfrm>
            <a:off x="7223531" y="3840480"/>
            <a:ext cx="2103120" cy="1097280"/>
          </a:xfrm>
          <a:prstGeom prst="rect">
            <a:avLst/>
          </a:prstGeom>
          <a:noFill/>
          <a:ln/>
        </p:spPr>
        <p:txBody>
          <a:bodyPr wrap="square" lIns="0" tIns="0" rIns="0" bIns="0" rtlCol="0" anchor="t"/>
          <a:lstStyle/>
          <a:p>
            <a:pPr algn="ctr" indent="0" marL="0">
              <a:buNone/>
            </a:pPr>
            <a:r>
              <a:rPr lang="en-US" sz="1300" dirty="0">
                <a:solidFill>
                  <a:srgbClr val="9A958A"/>
                </a:solidFill>
                <a:latin typeface="Source Serif 4" pitchFamily="34" charset="0"/>
                <a:ea typeface="Source Serif 4" pitchFamily="34" charset="-122"/>
                <a:cs typeface="Source Serif 4" pitchFamily="34" charset="-120"/>
              </a:rPr>
              <a:t>Consectetur adipiscing elit, sed do eiusmod tempor.</a:t>
            </a:r>
            <a:endParaRPr lang="en-US" sz="1300" dirty="0"/>
          </a:p>
        </p:txBody>
      </p:sp>
      <p:sp>
        <p:nvSpPr>
          <p:cNvPr id="25" name="Shape 23"/>
          <p:cNvSpPr/>
          <p:nvPr/>
        </p:nvSpPr>
        <p:spPr>
          <a:xfrm>
            <a:off x="10335463" y="2944368"/>
            <a:ext cx="237744" cy="237744"/>
          </a:xfrm>
          <a:prstGeom prst="ellipse">
            <a:avLst/>
          </a:prstGeom>
          <a:solidFill>
            <a:srgbClr val="0C0D10"/>
          </a:solidFill>
          <a:ln w="19050">
            <a:solidFill>
              <a:srgbClr val="C9A24A"/>
            </a:solidFill>
            <a:prstDash val="solid"/>
          </a:ln>
        </p:spPr>
      </p:sp>
      <p:sp>
        <p:nvSpPr>
          <p:cNvPr id="26" name="Text 24"/>
          <p:cNvSpPr/>
          <p:nvPr/>
        </p:nvSpPr>
        <p:spPr>
          <a:xfrm>
            <a:off x="9448495" y="2240280"/>
            <a:ext cx="2011680" cy="292608"/>
          </a:xfrm>
          <a:prstGeom prst="rect">
            <a:avLst/>
          </a:prstGeom>
          <a:solidFill>
            <a:srgbClr val="D9C9A3"/>
          </a:solidFill>
          <a:ln/>
        </p:spPr>
        <p:txBody>
          <a:bodyPr wrap="square" lIns="0" tIns="0" rIns="0" bIns="0" rtlCol="0" anchor="ctr"/>
          <a:lstStyle/>
          <a:p>
            <a:pPr algn="ctr" indent="0" marL="0">
              <a:buNone/>
            </a:pPr>
            <a:r>
              <a:rPr lang="en-US" sz="1100" b="1" spc="300" kern="0" dirty="0">
                <a:solidFill>
                  <a:srgbClr val="0C0D10"/>
                </a:solidFill>
                <a:latin typeface="IBM Plex Mono" pitchFamily="34" charset="0"/>
                <a:ea typeface="IBM Plex Mono" pitchFamily="34" charset="-122"/>
                <a:cs typeface="IBM Plex Mono" pitchFamily="34" charset="-120"/>
              </a:rPr>
              <a:t>ANNO V</a:t>
            </a:r>
            <a:endParaRPr lang="en-US" sz="1100" dirty="0"/>
          </a:p>
        </p:txBody>
      </p:sp>
      <p:sp>
        <p:nvSpPr>
          <p:cNvPr id="27" name="Text 25"/>
          <p:cNvSpPr/>
          <p:nvPr/>
        </p:nvSpPr>
        <p:spPr>
          <a:xfrm>
            <a:off x="9402775" y="3383280"/>
            <a:ext cx="2103120" cy="457200"/>
          </a:xfrm>
          <a:prstGeom prst="rect">
            <a:avLst/>
          </a:prstGeom>
          <a:noFill/>
          <a:ln/>
        </p:spPr>
        <p:txBody>
          <a:bodyPr wrap="square" lIns="0" tIns="0" rIns="0" bIns="0" rtlCol="0" anchor="ctr"/>
          <a:lstStyle/>
          <a:p>
            <a:pPr algn="ctr" indent="0" marL="0">
              <a:buNone/>
            </a:pPr>
            <a:r>
              <a:rPr lang="en-US" sz="2100" b="1" dirty="0">
                <a:solidFill>
                  <a:srgbClr val="ECE8DF"/>
                </a:solidFill>
                <a:latin typeface="Cormorant Garamond" pitchFamily="34" charset="0"/>
                <a:ea typeface="Cormorant Garamond" pitchFamily="34" charset="-122"/>
                <a:cs typeface="Cormorant Garamond" pitchFamily="34" charset="-120"/>
              </a:rPr>
              <a:t>Lorem ipsum dolor</a:t>
            </a:r>
            <a:endParaRPr lang="en-US" sz="2100" dirty="0"/>
          </a:p>
        </p:txBody>
      </p:sp>
      <p:sp>
        <p:nvSpPr>
          <p:cNvPr id="28" name="Text 26"/>
          <p:cNvSpPr/>
          <p:nvPr/>
        </p:nvSpPr>
        <p:spPr>
          <a:xfrm>
            <a:off x="9402775" y="3840480"/>
            <a:ext cx="2103120" cy="1097280"/>
          </a:xfrm>
          <a:prstGeom prst="rect">
            <a:avLst/>
          </a:prstGeom>
          <a:noFill/>
          <a:ln/>
        </p:spPr>
        <p:txBody>
          <a:bodyPr wrap="square" lIns="0" tIns="0" rIns="0" bIns="0" rtlCol="0" anchor="t"/>
          <a:lstStyle/>
          <a:p>
            <a:pPr algn="ctr" indent="0" marL="0">
              <a:buNone/>
            </a:pPr>
            <a:r>
              <a:rPr lang="en-US" sz="1300" dirty="0">
                <a:solidFill>
                  <a:srgbClr val="9A958A"/>
                </a:solidFill>
                <a:latin typeface="Source Serif 4" pitchFamily="34" charset="0"/>
                <a:ea typeface="Source Serif 4" pitchFamily="34" charset="-122"/>
                <a:cs typeface="Source Serif 4" pitchFamily="34" charset="-120"/>
              </a:rPr>
              <a:t>Consectetur adipiscing elit, sed do eiusmod tempor.</a:t>
            </a:r>
            <a:endParaRPr lang="en-US" sz="1300" dirty="0"/>
          </a:p>
        </p:txBody>
      </p:sp>
      <p:sp>
        <p:nvSpPr>
          <p:cNvPr id="29" name="Shape 27"/>
          <p:cNvSpPr/>
          <p:nvPr/>
        </p:nvSpPr>
        <p:spPr>
          <a:xfrm>
            <a:off x="0" y="5806440"/>
            <a:ext cx="12191695" cy="64008"/>
          </a:xfrm>
          <a:prstGeom prst="rect">
            <a:avLst/>
          </a:prstGeom>
          <a:solidFill>
            <a:srgbClr val="D9C9A3"/>
          </a:solidFill>
          <a:ln/>
        </p:spPr>
      </p:sp>
      <p:sp>
        <p:nvSpPr>
          <p:cNvPr id="30" name="Shape 28"/>
          <p:cNvSpPr/>
          <p:nvPr/>
        </p:nvSpPr>
        <p:spPr>
          <a:xfrm>
            <a:off x="329184" y="5806440"/>
            <a:ext cx="22860" cy="64008"/>
          </a:xfrm>
          <a:prstGeom prst="rect">
            <a:avLst/>
          </a:prstGeom>
          <a:solidFill>
            <a:srgbClr val="B9A77F"/>
          </a:solidFill>
          <a:ln/>
        </p:spPr>
      </p:sp>
      <p:sp>
        <p:nvSpPr>
          <p:cNvPr id="31" name="Shape 29"/>
          <p:cNvSpPr/>
          <p:nvPr/>
        </p:nvSpPr>
        <p:spPr>
          <a:xfrm>
            <a:off x="676656" y="5806440"/>
            <a:ext cx="22860" cy="64008"/>
          </a:xfrm>
          <a:prstGeom prst="rect">
            <a:avLst/>
          </a:prstGeom>
          <a:solidFill>
            <a:srgbClr val="B9A77F"/>
          </a:solidFill>
          <a:ln/>
        </p:spPr>
      </p:sp>
      <p:sp>
        <p:nvSpPr>
          <p:cNvPr id="32" name="Shape 30"/>
          <p:cNvSpPr/>
          <p:nvPr/>
        </p:nvSpPr>
        <p:spPr>
          <a:xfrm>
            <a:off x="1024128" y="5806440"/>
            <a:ext cx="22860" cy="64008"/>
          </a:xfrm>
          <a:prstGeom prst="rect">
            <a:avLst/>
          </a:prstGeom>
          <a:solidFill>
            <a:srgbClr val="B9A77F"/>
          </a:solidFill>
          <a:ln/>
        </p:spPr>
      </p:sp>
      <p:sp>
        <p:nvSpPr>
          <p:cNvPr id="33" name="Shape 31"/>
          <p:cNvSpPr/>
          <p:nvPr/>
        </p:nvSpPr>
        <p:spPr>
          <a:xfrm>
            <a:off x="1371600" y="5806440"/>
            <a:ext cx="22860" cy="64008"/>
          </a:xfrm>
          <a:prstGeom prst="rect">
            <a:avLst/>
          </a:prstGeom>
          <a:solidFill>
            <a:srgbClr val="B9A77F"/>
          </a:solidFill>
          <a:ln/>
        </p:spPr>
      </p:sp>
      <p:sp>
        <p:nvSpPr>
          <p:cNvPr id="34" name="Shape 32"/>
          <p:cNvSpPr/>
          <p:nvPr/>
        </p:nvSpPr>
        <p:spPr>
          <a:xfrm>
            <a:off x="1719072" y="5806440"/>
            <a:ext cx="22860" cy="64008"/>
          </a:xfrm>
          <a:prstGeom prst="rect">
            <a:avLst/>
          </a:prstGeom>
          <a:solidFill>
            <a:srgbClr val="B9A77F"/>
          </a:solidFill>
          <a:ln/>
        </p:spPr>
      </p:sp>
      <p:sp>
        <p:nvSpPr>
          <p:cNvPr id="35" name="Shape 33"/>
          <p:cNvSpPr/>
          <p:nvPr/>
        </p:nvSpPr>
        <p:spPr>
          <a:xfrm>
            <a:off x="2066544" y="5806440"/>
            <a:ext cx="22860" cy="64008"/>
          </a:xfrm>
          <a:prstGeom prst="rect">
            <a:avLst/>
          </a:prstGeom>
          <a:solidFill>
            <a:srgbClr val="B9A77F"/>
          </a:solidFill>
          <a:ln/>
        </p:spPr>
      </p:sp>
      <p:sp>
        <p:nvSpPr>
          <p:cNvPr id="36" name="Shape 34"/>
          <p:cNvSpPr/>
          <p:nvPr/>
        </p:nvSpPr>
        <p:spPr>
          <a:xfrm>
            <a:off x="2414016" y="5806440"/>
            <a:ext cx="22860" cy="64008"/>
          </a:xfrm>
          <a:prstGeom prst="rect">
            <a:avLst/>
          </a:prstGeom>
          <a:solidFill>
            <a:srgbClr val="B9A77F"/>
          </a:solidFill>
          <a:ln/>
        </p:spPr>
      </p:sp>
      <p:sp>
        <p:nvSpPr>
          <p:cNvPr id="37" name="Shape 35"/>
          <p:cNvSpPr/>
          <p:nvPr/>
        </p:nvSpPr>
        <p:spPr>
          <a:xfrm>
            <a:off x="2761488" y="5806440"/>
            <a:ext cx="22860" cy="64008"/>
          </a:xfrm>
          <a:prstGeom prst="rect">
            <a:avLst/>
          </a:prstGeom>
          <a:solidFill>
            <a:srgbClr val="B9A77F"/>
          </a:solidFill>
          <a:ln/>
        </p:spPr>
      </p:sp>
      <p:sp>
        <p:nvSpPr>
          <p:cNvPr id="38" name="Shape 36"/>
          <p:cNvSpPr/>
          <p:nvPr/>
        </p:nvSpPr>
        <p:spPr>
          <a:xfrm>
            <a:off x="3108960" y="5806440"/>
            <a:ext cx="22860" cy="64008"/>
          </a:xfrm>
          <a:prstGeom prst="rect">
            <a:avLst/>
          </a:prstGeom>
          <a:solidFill>
            <a:srgbClr val="B9A77F"/>
          </a:solidFill>
          <a:ln/>
        </p:spPr>
      </p:sp>
      <p:sp>
        <p:nvSpPr>
          <p:cNvPr id="39" name="Shape 37"/>
          <p:cNvSpPr/>
          <p:nvPr/>
        </p:nvSpPr>
        <p:spPr>
          <a:xfrm>
            <a:off x="3456432" y="5806440"/>
            <a:ext cx="22860" cy="64008"/>
          </a:xfrm>
          <a:prstGeom prst="rect">
            <a:avLst/>
          </a:prstGeom>
          <a:solidFill>
            <a:srgbClr val="B9A77F"/>
          </a:solidFill>
          <a:ln/>
        </p:spPr>
      </p:sp>
      <p:sp>
        <p:nvSpPr>
          <p:cNvPr id="40" name="Shape 38"/>
          <p:cNvSpPr/>
          <p:nvPr/>
        </p:nvSpPr>
        <p:spPr>
          <a:xfrm>
            <a:off x="3803904" y="5806440"/>
            <a:ext cx="22860" cy="64008"/>
          </a:xfrm>
          <a:prstGeom prst="rect">
            <a:avLst/>
          </a:prstGeom>
          <a:solidFill>
            <a:srgbClr val="B9A77F"/>
          </a:solidFill>
          <a:ln/>
        </p:spPr>
      </p:sp>
      <p:sp>
        <p:nvSpPr>
          <p:cNvPr id="41" name="Shape 39"/>
          <p:cNvSpPr/>
          <p:nvPr/>
        </p:nvSpPr>
        <p:spPr>
          <a:xfrm>
            <a:off x="4151376" y="5806440"/>
            <a:ext cx="22860" cy="64008"/>
          </a:xfrm>
          <a:prstGeom prst="rect">
            <a:avLst/>
          </a:prstGeom>
          <a:solidFill>
            <a:srgbClr val="B9A77F"/>
          </a:solidFill>
          <a:ln/>
        </p:spPr>
      </p:sp>
      <p:sp>
        <p:nvSpPr>
          <p:cNvPr id="42" name="Shape 40"/>
          <p:cNvSpPr/>
          <p:nvPr/>
        </p:nvSpPr>
        <p:spPr>
          <a:xfrm>
            <a:off x="4498848" y="5806440"/>
            <a:ext cx="22860" cy="64008"/>
          </a:xfrm>
          <a:prstGeom prst="rect">
            <a:avLst/>
          </a:prstGeom>
          <a:solidFill>
            <a:srgbClr val="B9A77F"/>
          </a:solidFill>
          <a:ln/>
        </p:spPr>
      </p:sp>
      <p:sp>
        <p:nvSpPr>
          <p:cNvPr id="43" name="Shape 41"/>
          <p:cNvSpPr/>
          <p:nvPr/>
        </p:nvSpPr>
        <p:spPr>
          <a:xfrm>
            <a:off x="4846320" y="5806440"/>
            <a:ext cx="22860" cy="64008"/>
          </a:xfrm>
          <a:prstGeom prst="rect">
            <a:avLst/>
          </a:prstGeom>
          <a:solidFill>
            <a:srgbClr val="B9A77F"/>
          </a:solidFill>
          <a:ln/>
        </p:spPr>
      </p:sp>
      <p:sp>
        <p:nvSpPr>
          <p:cNvPr id="44" name="Shape 42"/>
          <p:cNvSpPr/>
          <p:nvPr/>
        </p:nvSpPr>
        <p:spPr>
          <a:xfrm>
            <a:off x="5193792" y="5806440"/>
            <a:ext cx="22860" cy="64008"/>
          </a:xfrm>
          <a:prstGeom prst="rect">
            <a:avLst/>
          </a:prstGeom>
          <a:solidFill>
            <a:srgbClr val="B9A77F"/>
          </a:solidFill>
          <a:ln/>
        </p:spPr>
      </p:sp>
      <p:sp>
        <p:nvSpPr>
          <p:cNvPr id="45" name="Shape 43"/>
          <p:cNvSpPr/>
          <p:nvPr/>
        </p:nvSpPr>
        <p:spPr>
          <a:xfrm>
            <a:off x="5541264" y="5806440"/>
            <a:ext cx="22860" cy="64008"/>
          </a:xfrm>
          <a:prstGeom prst="rect">
            <a:avLst/>
          </a:prstGeom>
          <a:solidFill>
            <a:srgbClr val="B9A77F"/>
          </a:solidFill>
          <a:ln/>
        </p:spPr>
      </p:sp>
      <p:sp>
        <p:nvSpPr>
          <p:cNvPr id="46" name="Shape 44"/>
          <p:cNvSpPr/>
          <p:nvPr/>
        </p:nvSpPr>
        <p:spPr>
          <a:xfrm>
            <a:off x="5888736" y="5806440"/>
            <a:ext cx="22860" cy="64008"/>
          </a:xfrm>
          <a:prstGeom prst="rect">
            <a:avLst/>
          </a:prstGeom>
          <a:solidFill>
            <a:srgbClr val="B9A77F"/>
          </a:solidFill>
          <a:ln/>
        </p:spPr>
      </p:sp>
      <p:sp>
        <p:nvSpPr>
          <p:cNvPr id="47" name="Shape 45"/>
          <p:cNvSpPr/>
          <p:nvPr/>
        </p:nvSpPr>
        <p:spPr>
          <a:xfrm>
            <a:off x="6236208" y="5806440"/>
            <a:ext cx="22860" cy="64008"/>
          </a:xfrm>
          <a:prstGeom prst="rect">
            <a:avLst/>
          </a:prstGeom>
          <a:solidFill>
            <a:srgbClr val="B9A77F"/>
          </a:solidFill>
          <a:ln/>
        </p:spPr>
      </p:sp>
      <p:sp>
        <p:nvSpPr>
          <p:cNvPr id="48" name="Shape 46"/>
          <p:cNvSpPr/>
          <p:nvPr/>
        </p:nvSpPr>
        <p:spPr>
          <a:xfrm>
            <a:off x="6583680" y="5806440"/>
            <a:ext cx="22860" cy="64008"/>
          </a:xfrm>
          <a:prstGeom prst="rect">
            <a:avLst/>
          </a:prstGeom>
          <a:solidFill>
            <a:srgbClr val="B9A77F"/>
          </a:solidFill>
          <a:ln/>
        </p:spPr>
      </p:sp>
      <p:sp>
        <p:nvSpPr>
          <p:cNvPr id="49" name="Shape 47"/>
          <p:cNvSpPr/>
          <p:nvPr/>
        </p:nvSpPr>
        <p:spPr>
          <a:xfrm>
            <a:off x="6931152" y="5806440"/>
            <a:ext cx="22860" cy="64008"/>
          </a:xfrm>
          <a:prstGeom prst="rect">
            <a:avLst/>
          </a:prstGeom>
          <a:solidFill>
            <a:srgbClr val="B9A77F"/>
          </a:solidFill>
          <a:ln/>
        </p:spPr>
      </p:sp>
      <p:sp>
        <p:nvSpPr>
          <p:cNvPr id="50" name="Shape 48"/>
          <p:cNvSpPr/>
          <p:nvPr/>
        </p:nvSpPr>
        <p:spPr>
          <a:xfrm>
            <a:off x="7278624" y="5806440"/>
            <a:ext cx="22860" cy="64008"/>
          </a:xfrm>
          <a:prstGeom prst="rect">
            <a:avLst/>
          </a:prstGeom>
          <a:solidFill>
            <a:srgbClr val="B9A77F"/>
          </a:solidFill>
          <a:ln/>
        </p:spPr>
      </p:sp>
      <p:sp>
        <p:nvSpPr>
          <p:cNvPr id="51" name="Shape 49"/>
          <p:cNvSpPr/>
          <p:nvPr/>
        </p:nvSpPr>
        <p:spPr>
          <a:xfrm>
            <a:off x="7626096" y="5806440"/>
            <a:ext cx="22860" cy="64008"/>
          </a:xfrm>
          <a:prstGeom prst="rect">
            <a:avLst/>
          </a:prstGeom>
          <a:solidFill>
            <a:srgbClr val="B9A77F"/>
          </a:solidFill>
          <a:ln/>
        </p:spPr>
      </p:sp>
      <p:sp>
        <p:nvSpPr>
          <p:cNvPr id="52" name="Shape 50"/>
          <p:cNvSpPr/>
          <p:nvPr/>
        </p:nvSpPr>
        <p:spPr>
          <a:xfrm>
            <a:off x="7973568" y="5806440"/>
            <a:ext cx="22860" cy="64008"/>
          </a:xfrm>
          <a:prstGeom prst="rect">
            <a:avLst/>
          </a:prstGeom>
          <a:solidFill>
            <a:srgbClr val="B9A77F"/>
          </a:solidFill>
          <a:ln/>
        </p:spPr>
      </p:sp>
      <p:sp>
        <p:nvSpPr>
          <p:cNvPr id="53" name="Shape 51"/>
          <p:cNvSpPr/>
          <p:nvPr/>
        </p:nvSpPr>
        <p:spPr>
          <a:xfrm>
            <a:off x="8321040" y="5806440"/>
            <a:ext cx="22860" cy="64008"/>
          </a:xfrm>
          <a:prstGeom prst="rect">
            <a:avLst/>
          </a:prstGeom>
          <a:solidFill>
            <a:srgbClr val="B9A77F"/>
          </a:solidFill>
          <a:ln/>
        </p:spPr>
      </p:sp>
      <p:sp>
        <p:nvSpPr>
          <p:cNvPr id="54" name="Shape 52"/>
          <p:cNvSpPr/>
          <p:nvPr/>
        </p:nvSpPr>
        <p:spPr>
          <a:xfrm>
            <a:off x="8668512" y="5806440"/>
            <a:ext cx="22860" cy="64008"/>
          </a:xfrm>
          <a:prstGeom prst="rect">
            <a:avLst/>
          </a:prstGeom>
          <a:solidFill>
            <a:srgbClr val="B9A77F"/>
          </a:solidFill>
          <a:ln/>
        </p:spPr>
      </p:sp>
      <p:sp>
        <p:nvSpPr>
          <p:cNvPr id="55" name="Shape 53"/>
          <p:cNvSpPr/>
          <p:nvPr/>
        </p:nvSpPr>
        <p:spPr>
          <a:xfrm>
            <a:off x="9015984" y="5806440"/>
            <a:ext cx="22860" cy="64008"/>
          </a:xfrm>
          <a:prstGeom prst="rect">
            <a:avLst/>
          </a:prstGeom>
          <a:solidFill>
            <a:srgbClr val="B9A77F"/>
          </a:solidFill>
          <a:ln/>
        </p:spPr>
      </p:sp>
      <p:sp>
        <p:nvSpPr>
          <p:cNvPr id="56" name="Shape 54"/>
          <p:cNvSpPr/>
          <p:nvPr/>
        </p:nvSpPr>
        <p:spPr>
          <a:xfrm>
            <a:off x="9363456" y="5806440"/>
            <a:ext cx="22860" cy="64008"/>
          </a:xfrm>
          <a:prstGeom prst="rect">
            <a:avLst/>
          </a:prstGeom>
          <a:solidFill>
            <a:srgbClr val="B9A77F"/>
          </a:solidFill>
          <a:ln/>
        </p:spPr>
      </p:sp>
      <p:sp>
        <p:nvSpPr>
          <p:cNvPr id="57" name="Shape 55"/>
          <p:cNvSpPr/>
          <p:nvPr/>
        </p:nvSpPr>
        <p:spPr>
          <a:xfrm>
            <a:off x="9710928" y="5806440"/>
            <a:ext cx="22860" cy="64008"/>
          </a:xfrm>
          <a:prstGeom prst="rect">
            <a:avLst/>
          </a:prstGeom>
          <a:solidFill>
            <a:srgbClr val="B9A77F"/>
          </a:solidFill>
          <a:ln/>
        </p:spPr>
      </p:sp>
      <p:sp>
        <p:nvSpPr>
          <p:cNvPr id="58" name="Shape 56"/>
          <p:cNvSpPr/>
          <p:nvPr/>
        </p:nvSpPr>
        <p:spPr>
          <a:xfrm>
            <a:off x="10058400" y="5806440"/>
            <a:ext cx="22860" cy="64008"/>
          </a:xfrm>
          <a:prstGeom prst="rect">
            <a:avLst/>
          </a:prstGeom>
          <a:solidFill>
            <a:srgbClr val="B9A77F"/>
          </a:solidFill>
          <a:ln/>
        </p:spPr>
      </p:sp>
      <p:sp>
        <p:nvSpPr>
          <p:cNvPr id="59" name="Shape 57"/>
          <p:cNvSpPr/>
          <p:nvPr/>
        </p:nvSpPr>
        <p:spPr>
          <a:xfrm>
            <a:off x="10405872" y="5806440"/>
            <a:ext cx="22860" cy="64008"/>
          </a:xfrm>
          <a:prstGeom prst="rect">
            <a:avLst/>
          </a:prstGeom>
          <a:solidFill>
            <a:srgbClr val="B9A77F"/>
          </a:solidFill>
          <a:ln/>
        </p:spPr>
      </p:sp>
      <p:sp>
        <p:nvSpPr>
          <p:cNvPr id="60" name="Shape 58"/>
          <p:cNvSpPr/>
          <p:nvPr/>
        </p:nvSpPr>
        <p:spPr>
          <a:xfrm>
            <a:off x="10753344" y="5806440"/>
            <a:ext cx="22860" cy="64008"/>
          </a:xfrm>
          <a:prstGeom prst="rect">
            <a:avLst/>
          </a:prstGeom>
          <a:solidFill>
            <a:srgbClr val="B9A77F"/>
          </a:solidFill>
          <a:ln/>
        </p:spPr>
      </p:sp>
      <p:sp>
        <p:nvSpPr>
          <p:cNvPr id="61" name="Shape 59"/>
          <p:cNvSpPr/>
          <p:nvPr/>
        </p:nvSpPr>
        <p:spPr>
          <a:xfrm>
            <a:off x="11100816" y="5806440"/>
            <a:ext cx="22860" cy="64008"/>
          </a:xfrm>
          <a:prstGeom prst="rect">
            <a:avLst/>
          </a:prstGeom>
          <a:solidFill>
            <a:srgbClr val="B9A77F"/>
          </a:solidFill>
          <a:ln/>
        </p:spPr>
      </p:sp>
      <p:sp>
        <p:nvSpPr>
          <p:cNvPr id="62" name="Shape 60"/>
          <p:cNvSpPr/>
          <p:nvPr/>
        </p:nvSpPr>
        <p:spPr>
          <a:xfrm>
            <a:off x="11448288" y="5806440"/>
            <a:ext cx="22860" cy="64008"/>
          </a:xfrm>
          <a:prstGeom prst="rect">
            <a:avLst/>
          </a:prstGeom>
          <a:solidFill>
            <a:srgbClr val="B9A77F"/>
          </a:solidFill>
          <a:ln/>
        </p:spPr>
      </p:sp>
      <p:sp>
        <p:nvSpPr>
          <p:cNvPr id="63" name="Shape 61"/>
          <p:cNvSpPr/>
          <p:nvPr/>
        </p:nvSpPr>
        <p:spPr>
          <a:xfrm>
            <a:off x="11795760" y="5806440"/>
            <a:ext cx="22860" cy="64008"/>
          </a:xfrm>
          <a:prstGeom prst="rect">
            <a:avLst/>
          </a:prstGeom>
          <a:solidFill>
            <a:srgbClr val="B9A77F"/>
          </a:solidFill>
          <a:ln/>
        </p:spPr>
      </p:sp>
      <p:sp>
        <p:nvSpPr>
          <p:cNvPr id="64" name="Shape 62"/>
          <p:cNvSpPr/>
          <p:nvPr/>
        </p:nvSpPr>
        <p:spPr>
          <a:xfrm>
            <a:off x="12143232" y="5806440"/>
            <a:ext cx="22860" cy="64008"/>
          </a:xfrm>
          <a:prstGeom prst="rect">
            <a:avLst/>
          </a:prstGeom>
          <a:solidFill>
            <a:srgbClr val="B9A77F"/>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D10"/>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000" b="1" spc="400" kern="0" dirty="0">
                <a:solidFill>
                  <a:srgbClr val="C9A24A"/>
                </a:solidFill>
                <a:latin typeface="IBM Plex Mono" pitchFamily="34" charset="0"/>
                <a:ea typeface="IBM Plex Mono" pitchFamily="34" charset="-122"/>
                <a:cs typeface="IBM Plex Mono" pitchFamily="34" charset="-120"/>
              </a:rPr>
              <a:t>LOREM IPSUM · LEGENDA</a:t>
            </a:r>
            <a:endParaRPr lang="en-US" sz="1000" dirty="0"/>
          </a:p>
        </p:txBody>
      </p:sp>
      <p:sp>
        <p:nvSpPr>
          <p:cNvPr id="3" name="Text 1"/>
          <p:cNvSpPr/>
          <p:nvPr/>
        </p:nvSpPr>
        <p:spPr>
          <a:xfrm>
            <a:off x="10728655" y="292608"/>
            <a:ext cx="914400" cy="274320"/>
          </a:xfrm>
          <a:prstGeom prst="rect">
            <a:avLst/>
          </a:prstGeom>
          <a:noFill/>
          <a:ln/>
        </p:spPr>
        <p:txBody>
          <a:bodyPr wrap="square" lIns="0" tIns="0" rIns="0" bIns="0" rtlCol="0" anchor="ctr"/>
          <a:lstStyle/>
          <a:p>
            <a:pPr algn="r" indent="0" marL="0">
              <a:buNone/>
            </a:pPr>
            <a:r>
              <a:rPr lang="en-US" sz="1000" dirty="0">
                <a:solidFill>
                  <a:srgbClr val="9A958A"/>
                </a:solidFill>
                <a:latin typeface="IBM Plex Mono" pitchFamily="34" charset="0"/>
                <a:ea typeface="IBM Plex Mono" pitchFamily="34" charset="-122"/>
                <a:cs typeface="IBM Plex Mono" pitchFamily="34" charset="-120"/>
              </a:rPr>
              <a:t>11</a:t>
            </a:r>
            <a:endParaRPr lang="en-US" sz="1000" dirty="0"/>
          </a:p>
        </p:txBody>
      </p:sp>
      <p:sp>
        <p:nvSpPr>
          <p:cNvPr id="4" name="Shape 2"/>
          <p:cNvSpPr/>
          <p:nvPr/>
        </p:nvSpPr>
        <p:spPr>
          <a:xfrm>
            <a:off x="548640" y="658368"/>
            <a:ext cx="11094415" cy="0"/>
          </a:xfrm>
          <a:prstGeom prst="line">
            <a:avLst/>
          </a:prstGeom>
          <a:noFill/>
          <a:ln w="9525">
            <a:solidFill>
              <a:srgbClr val="2C2F37"/>
            </a:solidFill>
            <a:prstDash val="solid"/>
          </a:ln>
        </p:spPr>
      </p:sp>
      <p:sp>
        <p:nvSpPr>
          <p:cNvPr id="5" name="Text 3"/>
          <p:cNvSpPr/>
          <p:nvPr/>
        </p:nvSpPr>
        <p:spPr>
          <a:xfrm>
            <a:off x="548640" y="6419088"/>
            <a:ext cx="5486400" cy="228600"/>
          </a:xfrm>
          <a:prstGeom prst="rect">
            <a:avLst/>
          </a:prstGeom>
          <a:noFill/>
          <a:ln/>
        </p:spPr>
        <p:txBody>
          <a:bodyPr wrap="square" lIns="0" tIns="0" rIns="0" bIns="0" rtlCol="0" anchor="ctr"/>
          <a:lstStyle/>
          <a:p>
            <a:pPr indent="0" marL="0">
              <a:buNone/>
            </a:pPr>
            <a:r>
              <a:rPr lang="en-US" sz="900" spc="300" kern="0" dirty="0">
                <a:solidFill>
                  <a:srgbClr val="9A958A"/>
                </a:solidFill>
                <a:latin typeface="IBM Plex Mono" pitchFamily="34" charset="0"/>
                <a:ea typeface="IBM Plex Mono" pitchFamily="34" charset="-122"/>
                <a:cs typeface="IBM Plex Mono" pitchFamily="34" charset="-120"/>
              </a:rPr>
              <a:t>LOREM IPSUM · DOLOR SIT AMET</a:t>
            </a:r>
            <a:endParaRPr lang="en-US" sz="900" dirty="0"/>
          </a:p>
        </p:txBody>
      </p:sp>
      <p:sp>
        <p:nvSpPr>
          <p:cNvPr id="6" name="Shape 4"/>
          <p:cNvSpPr/>
          <p:nvPr/>
        </p:nvSpPr>
        <p:spPr>
          <a:xfrm>
            <a:off x="9814255" y="6528816"/>
            <a:ext cx="1828800" cy="0"/>
          </a:xfrm>
          <a:prstGeom prst="line">
            <a:avLst/>
          </a:prstGeom>
          <a:noFill/>
          <a:ln w="9525">
            <a:solidFill>
              <a:srgbClr val="C9A24A"/>
            </a:solidFill>
            <a:prstDash val="solid"/>
          </a:ln>
        </p:spPr>
      </p:sp>
      <p:sp>
        <p:nvSpPr>
          <p:cNvPr id="7" name="Text 5"/>
          <p:cNvSpPr/>
          <p:nvPr/>
        </p:nvSpPr>
        <p:spPr>
          <a:xfrm>
            <a:off x="548640" y="868680"/>
            <a:ext cx="9144000" cy="731520"/>
          </a:xfrm>
          <a:prstGeom prst="rect">
            <a:avLst/>
          </a:prstGeom>
          <a:noFill/>
          <a:ln/>
        </p:spPr>
        <p:txBody>
          <a:bodyPr wrap="square" lIns="0" tIns="0" rIns="0" bIns="0" rtlCol="0" anchor="ctr"/>
          <a:lstStyle/>
          <a:p>
            <a:pPr indent="0" marL="0">
              <a:buNone/>
            </a:pPr>
            <a:r>
              <a:rPr lang="en-US" sz="3600" b="1" dirty="0">
                <a:solidFill>
                  <a:srgbClr val="ECE8DF"/>
                </a:solidFill>
                <a:latin typeface="Cormorant Garamond" pitchFamily="34" charset="0"/>
                <a:ea typeface="Cormorant Garamond" pitchFamily="34" charset="-122"/>
                <a:cs typeface="Cormorant Garamond" pitchFamily="34" charset="-120"/>
              </a:rPr>
              <a:t>Lorem ipsum dolor sit amet</a:t>
            </a:r>
            <a:endParaRPr lang="en-US" sz="3600" dirty="0"/>
          </a:p>
        </p:txBody>
      </p:sp>
      <p:sp>
        <p:nvSpPr>
          <p:cNvPr id="8" name="Text 6"/>
          <p:cNvSpPr/>
          <p:nvPr/>
        </p:nvSpPr>
        <p:spPr>
          <a:xfrm>
            <a:off x="548640" y="1645920"/>
            <a:ext cx="10058400" cy="457200"/>
          </a:xfrm>
          <a:prstGeom prst="rect">
            <a:avLst/>
          </a:prstGeom>
          <a:noFill/>
          <a:ln/>
        </p:spPr>
        <p:txBody>
          <a:bodyPr wrap="square" lIns="0" tIns="0" rIns="0" bIns="0" rtlCol="0" anchor="ctr"/>
          <a:lstStyle/>
          <a:p>
            <a:pPr indent="0" marL="0">
              <a:buNone/>
            </a:pPr>
            <a:r>
              <a:rPr lang="en-US" sz="1600" dirty="0">
                <a:solidFill>
                  <a:srgbClr val="9A958A"/>
                </a:solidFill>
                <a:latin typeface="Source Serif 4" pitchFamily="34" charset="0"/>
                <a:ea typeface="Source Serif 4" pitchFamily="34" charset="-122"/>
                <a:cs typeface="Source Serif 4" pitchFamily="34" charset="-120"/>
              </a:rPr>
              <a:t>Lorem ipsum dolor sit amet, consectetur adipiscing elit, sed do eiusmod tempor incididunt ut labore et dolore magna aliqua.</a:t>
            </a:r>
            <a:endParaRPr lang="en-US" sz="1600" dirty="0"/>
          </a:p>
        </p:txBody>
      </p:sp>
      <p:sp>
        <p:nvSpPr>
          <p:cNvPr id="9" name="Text 7"/>
          <p:cNvSpPr/>
          <p:nvPr/>
        </p:nvSpPr>
        <p:spPr>
          <a:xfrm>
            <a:off x="548640" y="2414016"/>
            <a:ext cx="2103120" cy="292608"/>
          </a:xfrm>
          <a:prstGeom prst="rect">
            <a:avLst/>
          </a:prstGeom>
          <a:solidFill>
            <a:srgbClr val="2F6B4A"/>
          </a:solidFill>
          <a:ln/>
        </p:spPr>
        <p:txBody>
          <a:bodyPr wrap="square" lIns="0" tIns="0" rIns="0" bIns="0" rtlCol="0" anchor="ctr"/>
          <a:lstStyle/>
          <a:p>
            <a:pPr algn="ctr" indent="0" marL="0">
              <a:buNone/>
            </a:pPr>
            <a:r>
              <a:rPr lang="en-US" sz="1000" b="1" spc="200" kern="0" dirty="0">
                <a:solidFill>
                  <a:srgbClr val="E9F6EE"/>
                </a:solidFill>
                <a:latin typeface="IBM Plex Mono" pitchFamily="34" charset="0"/>
                <a:ea typeface="IBM Plex Mono" pitchFamily="34" charset="-122"/>
                <a:cs typeface="IBM Plex Mono" pitchFamily="34" charset="-120"/>
              </a:rPr>
              <a:t>LOREM IPSUM</a:t>
            </a:r>
            <a:endParaRPr lang="en-US" sz="1000" dirty="0"/>
          </a:p>
        </p:txBody>
      </p:sp>
      <p:sp>
        <p:nvSpPr>
          <p:cNvPr id="10" name="Text 8"/>
          <p:cNvSpPr/>
          <p:nvPr/>
        </p:nvSpPr>
        <p:spPr>
          <a:xfrm>
            <a:off x="2926080" y="2377440"/>
            <a:ext cx="5120640" cy="384048"/>
          </a:xfrm>
          <a:prstGeom prst="rect">
            <a:avLst/>
          </a:prstGeom>
          <a:noFill/>
          <a:ln/>
        </p:spPr>
        <p:txBody>
          <a:bodyPr wrap="square" lIns="0" tIns="0" rIns="0" bIns="0" rtlCol="0" anchor="ctr"/>
          <a:lstStyle/>
          <a:p>
            <a:pPr indent="0" marL="0">
              <a:buNone/>
            </a:pPr>
            <a:r>
              <a:rPr lang="en-US" sz="1500" b="1" dirty="0">
                <a:solidFill>
                  <a:srgbClr val="ECE8DF"/>
                </a:solidFill>
                <a:latin typeface="Source Serif 4" pitchFamily="34" charset="0"/>
                <a:ea typeface="Source Serif 4" pitchFamily="34" charset="-122"/>
                <a:cs typeface="Source Serif 4" pitchFamily="34" charset="-120"/>
              </a:rPr>
              <a:t>Lorem ipsum dolor — </a:t>
            </a:r>
            <a:pPr indent="0" marL="0">
              <a:buNone/>
            </a:pPr>
            <a:r>
              <a:rPr lang="en-US" sz="1500" dirty="0">
                <a:solidFill>
                  <a:srgbClr val="DDD8CC"/>
                </a:solidFill>
                <a:latin typeface="Source Serif 4" pitchFamily="34" charset="0"/>
                <a:ea typeface="Source Serif 4" pitchFamily="34" charset="-122"/>
                <a:cs typeface="Source Serif 4" pitchFamily="34" charset="-120"/>
              </a:rPr>
              <a:t>consectetur adipiscing elit.</a:t>
            </a:r>
            <a:endParaRPr lang="en-US" sz="1500" dirty="0"/>
          </a:p>
        </p:txBody>
      </p:sp>
      <p:sp>
        <p:nvSpPr>
          <p:cNvPr id="11" name="Shape 9"/>
          <p:cNvSpPr/>
          <p:nvPr/>
        </p:nvSpPr>
        <p:spPr>
          <a:xfrm>
            <a:off x="548640" y="2907792"/>
            <a:ext cx="7498080" cy="0"/>
          </a:xfrm>
          <a:prstGeom prst="line">
            <a:avLst/>
          </a:prstGeom>
          <a:noFill/>
          <a:ln w="6350">
            <a:solidFill>
              <a:srgbClr val="2C2F37"/>
            </a:solidFill>
            <a:prstDash val="solid"/>
          </a:ln>
        </p:spPr>
      </p:sp>
      <p:sp>
        <p:nvSpPr>
          <p:cNvPr id="12" name="Text 10"/>
          <p:cNvSpPr/>
          <p:nvPr/>
        </p:nvSpPr>
        <p:spPr>
          <a:xfrm>
            <a:off x="548640" y="3072384"/>
            <a:ext cx="2103120" cy="292608"/>
          </a:xfrm>
          <a:prstGeom prst="rect">
            <a:avLst/>
          </a:prstGeom>
          <a:solidFill>
            <a:srgbClr val="C98A2A"/>
          </a:solidFill>
          <a:ln/>
        </p:spPr>
        <p:txBody>
          <a:bodyPr wrap="square" lIns="0" tIns="0" rIns="0" bIns="0" rtlCol="0" anchor="ctr"/>
          <a:lstStyle/>
          <a:p>
            <a:pPr algn="ctr" indent="0" marL="0">
              <a:buNone/>
            </a:pPr>
            <a:r>
              <a:rPr lang="en-US" sz="1000" b="1" spc="200" kern="0" dirty="0">
                <a:solidFill>
                  <a:srgbClr val="1A1206"/>
                </a:solidFill>
                <a:latin typeface="IBM Plex Mono" pitchFamily="34" charset="0"/>
                <a:ea typeface="IBM Plex Mono" pitchFamily="34" charset="-122"/>
                <a:cs typeface="IBM Plex Mono" pitchFamily="34" charset="-120"/>
              </a:rPr>
              <a:t>DOLOR SIT</a:t>
            </a:r>
            <a:endParaRPr lang="en-US" sz="1000" dirty="0"/>
          </a:p>
        </p:txBody>
      </p:sp>
      <p:sp>
        <p:nvSpPr>
          <p:cNvPr id="13" name="Text 11"/>
          <p:cNvSpPr/>
          <p:nvPr/>
        </p:nvSpPr>
        <p:spPr>
          <a:xfrm>
            <a:off x="2926080" y="3035808"/>
            <a:ext cx="5120640" cy="384048"/>
          </a:xfrm>
          <a:prstGeom prst="rect">
            <a:avLst/>
          </a:prstGeom>
          <a:noFill/>
          <a:ln/>
        </p:spPr>
        <p:txBody>
          <a:bodyPr wrap="square" lIns="0" tIns="0" rIns="0" bIns="0" rtlCol="0" anchor="ctr"/>
          <a:lstStyle/>
          <a:p>
            <a:pPr indent="0" marL="0">
              <a:buNone/>
            </a:pPr>
            <a:r>
              <a:rPr lang="en-US" sz="1500" b="1" dirty="0">
                <a:solidFill>
                  <a:srgbClr val="ECE8DF"/>
                </a:solidFill>
                <a:latin typeface="Source Serif 4" pitchFamily="34" charset="0"/>
                <a:ea typeface="Source Serif 4" pitchFamily="34" charset="-122"/>
                <a:cs typeface="Source Serif 4" pitchFamily="34" charset="-120"/>
              </a:rPr>
              <a:t>Lorem ipsum dolor — </a:t>
            </a:r>
            <a:pPr indent="0" marL="0">
              <a:buNone/>
            </a:pPr>
            <a:r>
              <a:rPr lang="en-US" sz="1500" dirty="0">
                <a:solidFill>
                  <a:srgbClr val="DDD8CC"/>
                </a:solidFill>
                <a:latin typeface="Source Serif 4" pitchFamily="34" charset="0"/>
                <a:ea typeface="Source Serif 4" pitchFamily="34" charset="-122"/>
                <a:cs typeface="Source Serif 4" pitchFamily="34" charset="-120"/>
              </a:rPr>
              <a:t>consectetur adipiscing elit.</a:t>
            </a:r>
            <a:endParaRPr lang="en-US" sz="1500" dirty="0"/>
          </a:p>
        </p:txBody>
      </p:sp>
      <p:sp>
        <p:nvSpPr>
          <p:cNvPr id="14" name="Shape 12"/>
          <p:cNvSpPr/>
          <p:nvPr/>
        </p:nvSpPr>
        <p:spPr>
          <a:xfrm>
            <a:off x="548640" y="3566160"/>
            <a:ext cx="7498080" cy="0"/>
          </a:xfrm>
          <a:prstGeom prst="line">
            <a:avLst/>
          </a:prstGeom>
          <a:noFill/>
          <a:ln w="6350">
            <a:solidFill>
              <a:srgbClr val="2C2F37"/>
            </a:solidFill>
            <a:prstDash val="solid"/>
          </a:ln>
        </p:spPr>
      </p:sp>
      <p:sp>
        <p:nvSpPr>
          <p:cNvPr id="15" name="Text 13"/>
          <p:cNvSpPr/>
          <p:nvPr/>
        </p:nvSpPr>
        <p:spPr>
          <a:xfrm>
            <a:off x="548640" y="3730752"/>
            <a:ext cx="2103120" cy="292608"/>
          </a:xfrm>
          <a:prstGeom prst="rect">
            <a:avLst/>
          </a:prstGeom>
          <a:solidFill>
            <a:srgbClr val="3F6F9A"/>
          </a:solidFill>
          <a:ln/>
        </p:spPr>
        <p:txBody>
          <a:bodyPr wrap="square" lIns="0" tIns="0" rIns="0" bIns="0" rtlCol="0" anchor="ctr"/>
          <a:lstStyle/>
          <a:p>
            <a:pPr algn="ctr" indent="0" marL="0">
              <a:buNone/>
            </a:pPr>
            <a:r>
              <a:rPr lang="en-US" sz="1000" b="1" spc="200" kern="0" dirty="0">
                <a:solidFill>
                  <a:srgbClr val="EEF5FC"/>
                </a:solidFill>
                <a:latin typeface="IBM Plex Mono" pitchFamily="34" charset="0"/>
                <a:ea typeface="IBM Plex Mono" pitchFamily="34" charset="-122"/>
                <a:cs typeface="IBM Plex Mono" pitchFamily="34" charset="-120"/>
              </a:rPr>
              <a:t>AMET CONSEC</a:t>
            </a:r>
            <a:endParaRPr lang="en-US" sz="1000" dirty="0"/>
          </a:p>
        </p:txBody>
      </p:sp>
      <p:sp>
        <p:nvSpPr>
          <p:cNvPr id="16" name="Text 14"/>
          <p:cNvSpPr/>
          <p:nvPr/>
        </p:nvSpPr>
        <p:spPr>
          <a:xfrm>
            <a:off x="2926080" y="3694176"/>
            <a:ext cx="5120640" cy="384048"/>
          </a:xfrm>
          <a:prstGeom prst="rect">
            <a:avLst/>
          </a:prstGeom>
          <a:noFill/>
          <a:ln/>
        </p:spPr>
        <p:txBody>
          <a:bodyPr wrap="square" lIns="0" tIns="0" rIns="0" bIns="0" rtlCol="0" anchor="ctr"/>
          <a:lstStyle/>
          <a:p>
            <a:pPr indent="0" marL="0">
              <a:buNone/>
            </a:pPr>
            <a:r>
              <a:rPr lang="en-US" sz="1500" b="1" dirty="0">
                <a:solidFill>
                  <a:srgbClr val="ECE8DF"/>
                </a:solidFill>
                <a:latin typeface="Source Serif 4" pitchFamily="34" charset="0"/>
                <a:ea typeface="Source Serif 4" pitchFamily="34" charset="-122"/>
                <a:cs typeface="Source Serif 4" pitchFamily="34" charset="-120"/>
              </a:rPr>
              <a:t>Lorem ipsum dolor — </a:t>
            </a:r>
            <a:pPr indent="0" marL="0">
              <a:buNone/>
            </a:pPr>
            <a:r>
              <a:rPr lang="en-US" sz="1500" dirty="0">
                <a:solidFill>
                  <a:srgbClr val="DDD8CC"/>
                </a:solidFill>
                <a:latin typeface="Source Serif 4" pitchFamily="34" charset="0"/>
                <a:ea typeface="Source Serif 4" pitchFamily="34" charset="-122"/>
                <a:cs typeface="Source Serif 4" pitchFamily="34" charset="-120"/>
              </a:rPr>
              <a:t>consectetur adipiscing elit.</a:t>
            </a:r>
            <a:endParaRPr lang="en-US" sz="1500" dirty="0"/>
          </a:p>
        </p:txBody>
      </p:sp>
      <p:sp>
        <p:nvSpPr>
          <p:cNvPr id="17" name="Shape 15"/>
          <p:cNvSpPr/>
          <p:nvPr/>
        </p:nvSpPr>
        <p:spPr>
          <a:xfrm>
            <a:off x="548640" y="4224528"/>
            <a:ext cx="7498080" cy="0"/>
          </a:xfrm>
          <a:prstGeom prst="line">
            <a:avLst/>
          </a:prstGeom>
          <a:noFill/>
          <a:ln w="6350">
            <a:solidFill>
              <a:srgbClr val="2C2F37"/>
            </a:solidFill>
            <a:prstDash val="solid"/>
          </a:ln>
        </p:spPr>
      </p:sp>
      <p:sp>
        <p:nvSpPr>
          <p:cNvPr id="18" name="Text 16"/>
          <p:cNvSpPr/>
          <p:nvPr/>
        </p:nvSpPr>
        <p:spPr>
          <a:xfrm>
            <a:off x="548640" y="4389120"/>
            <a:ext cx="2103120" cy="292608"/>
          </a:xfrm>
          <a:prstGeom prst="rect">
            <a:avLst/>
          </a:prstGeom>
          <a:solidFill>
            <a:srgbClr val="A2353A"/>
          </a:solidFill>
          <a:ln/>
        </p:spPr>
        <p:txBody>
          <a:bodyPr wrap="square" lIns="0" tIns="0" rIns="0" bIns="0" rtlCol="0" anchor="ctr"/>
          <a:lstStyle/>
          <a:p>
            <a:pPr algn="ctr" indent="0" marL="0">
              <a:buNone/>
            </a:pPr>
            <a:r>
              <a:rPr lang="en-US" sz="1000" b="1" spc="200" kern="0" dirty="0">
                <a:solidFill>
                  <a:srgbClr val="FFFFFF"/>
                </a:solidFill>
                <a:latin typeface="IBM Plex Mono" pitchFamily="34" charset="0"/>
                <a:ea typeface="IBM Plex Mono" pitchFamily="34" charset="-122"/>
                <a:cs typeface="IBM Plex Mono" pitchFamily="34" charset="-120"/>
              </a:rPr>
              <a:t>ADIPISCING</a:t>
            </a:r>
            <a:endParaRPr lang="en-US" sz="1000" dirty="0"/>
          </a:p>
        </p:txBody>
      </p:sp>
      <p:sp>
        <p:nvSpPr>
          <p:cNvPr id="19" name="Text 17"/>
          <p:cNvSpPr/>
          <p:nvPr/>
        </p:nvSpPr>
        <p:spPr>
          <a:xfrm>
            <a:off x="2926080" y="4352544"/>
            <a:ext cx="5120640" cy="384048"/>
          </a:xfrm>
          <a:prstGeom prst="rect">
            <a:avLst/>
          </a:prstGeom>
          <a:noFill/>
          <a:ln/>
        </p:spPr>
        <p:txBody>
          <a:bodyPr wrap="square" lIns="0" tIns="0" rIns="0" bIns="0" rtlCol="0" anchor="ctr"/>
          <a:lstStyle/>
          <a:p>
            <a:pPr indent="0" marL="0">
              <a:buNone/>
            </a:pPr>
            <a:r>
              <a:rPr lang="en-US" sz="1500" b="1" dirty="0">
                <a:solidFill>
                  <a:srgbClr val="ECE8DF"/>
                </a:solidFill>
                <a:latin typeface="Source Serif 4" pitchFamily="34" charset="0"/>
                <a:ea typeface="Source Serif 4" pitchFamily="34" charset="-122"/>
                <a:cs typeface="Source Serif 4" pitchFamily="34" charset="-120"/>
              </a:rPr>
              <a:t>Lorem ipsum dolor — </a:t>
            </a:r>
            <a:pPr indent="0" marL="0">
              <a:buNone/>
            </a:pPr>
            <a:r>
              <a:rPr lang="en-US" sz="1500" dirty="0">
                <a:solidFill>
                  <a:srgbClr val="DDD8CC"/>
                </a:solidFill>
                <a:latin typeface="Source Serif 4" pitchFamily="34" charset="0"/>
                <a:ea typeface="Source Serif 4" pitchFamily="34" charset="-122"/>
                <a:cs typeface="Source Serif 4" pitchFamily="34" charset="-120"/>
              </a:rPr>
              <a:t>consectetur adipiscing elit.</a:t>
            </a:r>
            <a:endParaRPr lang="en-US" sz="1500" dirty="0"/>
          </a:p>
        </p:txBody>
      </p:sp>
      <p:sp>
        <p:nvSpPr>
          <p:cNvPr id="20" name="Shape 18"/>
          <p:cNvSpPr/>
          <p:nvPr/>
        </p:nvSpPr>
        <p:spPr>
          <a:xfrm>
            <a:off x="548640" y="4882896"/>
            <a:ext cx="7498080" cy="0"/>
          </a:xfrm>
          <a:prstGeom prst="line">
            <a:avLst/>
          </a:prstGeom>
          <a:noFill/>
          <a:ln w="6350">
            <a:solidFill>
              <a:srgbClr val="2C2F37"/>
            </a:solidFill>
            <a:prstDash val="solid"/>
          </a:ln>
        </p:spPr>
      </p:sp>
      <p:sp>
        <p:nvSpPr>
          <p:cNvPr id="21" name="Text 19"/>
          <p:cNvSpPr/>
          <p:nvPr/>
        </p:nvSpPr>
        <p:spPr>
          <a:xfrm>
            <a:off x="548640" y="5047488"/>
            <a:ext cx="2103120" cy="292608"/>
          </a:xfrm>
          <a:prstGeom prst="rect">
            <a:avLst/>
          </a:prstGeom>
          <a:solidFill>
            <a:srgbClr val="5B5763"/>
          </a:solidFill>
          <a:ln/>
        </p:spPr>
        <p:txBody>
          <a:bodyPr wrap="square" lIns="0" tIns="0" rIns="0" bIns="0" rtlCol="0" anchor="ctr"/>
          <a:lstStyle/>
          <a:p>
            <a:pPr algn="ctr" indent="0" marL="0">
              <a:buNone/>
            </a:pPr>
            <a:r>
              <a:rPr lang="en-US" sz="1000" b="1" spc="200" kern="0" dirty="0">
                <a:solidFill>
                  <a:srgbClr val="EEEEEE"/>
                </a:solidFill>
                <a:latin typeface="IBM Plex Mono" pitchFamily="34" charset="0"/>
                <a:ea typeface="IBM Plex Mono" pitchFamily="34" charset="-122"/>
                <a:cs typeface="IBM Plex Mono" pitchFamily="34" charset="-120"/>
              </a:rPr>
              <a:t>ELIT SED DO</a:t>
            </a:r>
            <a:endParaRPr lang="en-US" sz="1000" dirty="0"/>
          </a:p>
        </p:txBody>
      </p:sp>
      <p:sp>
        <p:nvSpPr>
          <p:cNvPr id="22" name="Text 20"/>
          <p:cNvSpPr/>
          <p:nvPr/>
        </p:nvSpPr>
        <p:spPr>
          <a:xfrm>
            <a:off x="2926080" y="5010912"/>
            <a:ext cx="5120640" cy="384048"/>
          </a:xfrm>
          <a:prstGeom prst="rect">
            <a:avLst/>
          </a:prstGeom>
          <a:noFill/>
          <a:ln/>
        </p:spPr>
        <p:txBody>
          <a:bodyPr wrap="square" lIns="0" tIns="0" rIns="0" bIns="0" rtlCol="0" anchor="ctr"/>
          <a:lstStyle/>
          <a:p>
            <a:pPr indent="0" marL="0">
              <a:buNone/>
            </a:pPr>
            <a:r>
              <a:rPr lang="en-US" sz="1500" b="1" dirty="0">
                <a:solidFill>
                  <a:srgbClr val="ECE8DF"/>
                </a:solidFill>
                <a:latin typeface="Source Serif 4" pitchFamily="34" charset="0"/>
                <a:ea typeface="Source Serif 4" pitchFamily="34" charset="-122"/>
                <a:cs typeface="Source Serif 4" pitchFamily="34" charset="-120"/>
              </a:rPr>
              <a:t>Lorem ipsum dolor — </a:t>
            </a:r>
            <a:pPr indent="0" marL="0">
              <a:buNone/>
            </a:pPr>
            <a:r>
              <a:rPr lang="en-US" sz="1500" dirty="0">
                <a:solidFill>
                  <a:srgbClr val="DDD8CC"/>
                </a:solidFill>
                <a:latin typeface="Source Serif 4" pitchFamily="34" charset="0"/>
                <a:ea typeface="Source Serif 4" pitchFamily="34" charset="-122"/>
                <a:cs typeface="Source Serif 4" pitchFamily="34" charset="-120"/>
              </a:rPr>
              <a:t>consectetur adipiscing elit.</a:t>
            </a:r>
            <a:endParaRPr lang="en-US" sz="1500" dirty="0"/>
          </a:p>
        </p:txBody>
      </p:sp>
      <p:sp>
        <p:nvSpPr>
          <p:cNvPr id="23" name="Shape 21"/>
          <p:cNvSpPr/>
          <p:nvPr/>
        </p:nvSpPr>
        <p:spPr>
          <a:xfrm>
            <a:off x="548640" y="5541264"/>
            <a:ext cx="7498080" cy="0"/>
          </a:xfrm>
          <a:prstGeom prst="line">
            <a:avLst/>
          </a:prstGeom>
          <a:noFill/>
          <a:ln w="6350">
            <a:solidFill>
              <a:srgbClr val="2C2F37"/>
            </a:solidFill>
            <a:prstDash val="solid"/>
          </a:ln>
        </p:spPr>
      </p:sp>
      <p:sp>
        <p:nvSpPr>
          <p:cNvPr id="24" name="Shape 22"/>
          <p:cNvSpPr/>
          <p:nvPr/>
        </p:nvSpPr>
        <p:spPr>
          <a:xfrm>
            <a:off x="8503920" y="2377440"/>
            <a:ext cx="3108960" cy="3154680"/>
          </a:xfrm>
          <a:prstGeom prst="rect">
            <a:avLst/>
          </a:prstGeom>
          <a:solidFill>
            <a:srgbClr val="1B1E25"/>
          </a:solidFill>
          <a:ln w="9525">
            <a:solidFill>
              <a:srgbClr val="C9A24A"/>
            </a:solidFill>
            <a:prstDash val="solid"/>
          </a:ln>
        </p:spPr>
      </p:sp>
      <p:sp>
        <p:nvSpPr>
          <p:cNvPr id="25" name="Text 23"/>
          <p:cNvSpPr/>
          <p:nvPr/>
        </p:nvSpPr>
        <p:spPr>
          <a:xfrm>
            <a:off x="8732520" y="2560320"/>
            <a:ext cx="2743200" cy="274320"/>
          </a:xfrm>
          <a:prstGeom prst="rect">
            <a:avLst/>
          </a:prstGeom>
          <a:noFill/>
          <a:ln/>
        </p:spPr>
        <p:txBody>
          <a:bodyPr wrap="square" lIns="0" tIns="0" rIns="0" bIns="0" rtlCol="0" anchor="ctr"/>
          <a:lstStyle/>
          <a:p>
            <a:pPr indent="0" marL="0">
              <a:buNone/>
            </a:pPr>
            <a:r>
              <a:rPr lang="en-US" sz="1000" b="1" spc="300" kern="0" dirty="0">
                <a:solidFill>
                  <a:srgbClr val="C9A24A"/>
                </a:solidFill>
                <a:latin typeface="IBM Plex Mono" pitchFamily="34" charset="0"/>
                <a:ea typeface="IBM Plex Mono" pitchFamily="34" charset="-122"/>
                <a:cs typeface="IBM Plex Mono" pitchFamily="34" charset="-120"/>
              </a:rPr>
              <a:t>LOREM · NOTA</a:t>
            </a:r>
            <a:endParaRPr lang="en-US" sz="1000" dirty="0"/>
          </a:p>
        </p:txBody>
      </p:sp>
      <p:sp>
        <p:nvSpPr>
          <p:cNvPr id="26" name="Text 24"/>
          <p:cNvSpPr/>
          <p:nvPr/>
        </p:nvSpPr>
        <p:spPr>
          <a:xfrm>
            <a:off x="8732520" y="2926080"/>
            <a:ext cx="2697480" cy="1371600"/>
          </a:xfrm>
          <a:prstGeom prst="rect">
            <a:avLst/>
          </a:prstGeom>
          <a:noFill/>
          <a:ln/>
        </p:spPr>
        <p:txBody>
          <a:bodyPr wrap="square" lIns="0" tIns="0" rIns="0" bIns="0" rtlCol="0" anchor="t"/>
          <a:lstStyle/>
          <a:p>
            <a:pPr indent="0" marL="0">
              <a:buNone/>
            </a:pPr>
            <a:r>
              <a:rPr lang="en-US" sz="1400" dirty="0">
                <a:solidFill>
                  <a:srgbClr val="DDD8CC"/>
                </a:solidFill>
                <a:latin typeface="Source Serif 4" pitchFamily="34" charset="0"/>
                <a:ea typeface="Source Serif 4" pitchFamily="34" charset="-122"/>
                <a:cs typeface="Source Serif 4" pitchFamily="34" charset="-120"/>
              </a:rPr>
              <a:t>Lorem ipsum dolor sit amet, consectetur adipiscing elit sed do eiusmod.</a:t>
            </a:r>
            <a:endParaRPr lang="en-US" sz="1400" dirty="0"/>
          </a:p>
        </p:txBody>
      </p:sp>
      <p:sp>
        <p:nvSpPr>
          <p:cNvPr id="27" name="Text 25"/>
          <p:cNvSpPr/>
          <p:nvPr/>
        </p:nvSpPr>
        <p:spPr>
          <a:xfrm>
            <a:off x="8732520" y="4846320"/>
            <a:ext cx="1371600" cy="274320"/>
          </a:xfrm>
          <a:prstGeom prst="rect">
            <a:avLst/>
          </a:prstGeom>
          <a:noFill/>
          <a:ln w="9525">
            <a:solidFill>
              <a:srgbClr val="2F5354"/>
            </a:solidFill>
          </a:ln>
        </p:spPr>
        <p:txBody>
          <a:bodyPr wrap="square" lIns="0" tIns="0" rIns="0" bIns="0" rtlCol="0" anchor="ctr"/>
          <a:lstStyle/>
          <a:p>
            <a:pPr algn="ctr" indent="0" marL="0">
              <a:buNone/>
            </a:pPr>
            <a:r>
              <a:rPr lang="en-US" sz="900" dirty="0">
                <a:solidFill>
                  <a:srgbClr val="4F8A8B"/>
                </a:solidFill>
                <a:latin typeface="IBM Plex Mono" pitchFamily="34" charset="0"/>
                <a:ea typeface="IBM Plex Mono" pitchFamily="34" charset="-122"/>
                <a:cs typeface="IBM Plex Mono" pitchFamily="34" charset="-120"/>
              </a:rPr>
              <a:t>LOREM · 00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D9C9A3"/>
          </a:solidFill>
          <a:ln/>
        </p:spPr>
      </p:sp>
      <p:sp>
        <p:nvSpPr>
          <p:cNvPr id="3" name="Shape 1"/>
          <p:cNvSpPr/>
          <p:nvPr/>
        </p:nvSpPr>
        <p:spPr>
          <a:xfrm>
            <a:off x="329184" y="0"/>
            <a:ext cx="22860" cy="64008"/>
          </a:xfrm>
          <a:prstGeom prst="rect">
            <a:avLst/>
          </a:prstGeom>
          <a:solidFill>
            <a:srgbClr val="B9A77F"/>
          </a:solidFill>
          <a:ln/>
        </p:spPr>
      </p:sp>
      <p:sp>
        <p:nvSpPr>
          <p:cNvPr id="4" name="Shape 2"/>
          <p:cNvSpPr/>
          <p:nvPr/>
        </p:nvSpPr>
        <p:spPr>
          <a:xfrm>
            <a:off x="676656" y="0"/>
            <a:ext cx="22860" cy="64008"/>
          </a:xfrm>
          <a:prstGeom prst="rect">
            <a:avLst/>
          </a:prstGeom>
          <a:solidFill>
            <a:srgbClr val="B9A77F"/>
          </a:solidFill>
          <a:ln/>
        </p:spPr>
      </p:sp>
      <p:sp>
        <p:nvSpPr>
          <p:cNvPr id="5" name="Shape 3"/>
          <p:cNvSpPr/>
          <p:nvPr/>
        </p:nvSpPr>
        <p:spPr>
          <a:xfrm>
            <a:off x="1024128" y="0"/>
            <a:ext cx="22860" cy="64008"/>
          </a:xfrm>
          <a:prstGeom prst="rect">
            <a:avLst/>
          </a:prstGeom>
          <a:solidFill>
            <a:srgbClr val="B9A77F"/>
          </a:solidFill>
          <a:ln/>
        </p:spPr>
      </p:sp>
      <p:sp>
        <p:nvSpPr>
          <p:cNvPr id="6" name="Shape 4"/>
          <p:cNvSpPr/>
          <p:nvPr/>
        </p:nvSpPr>
        <p:spPr>
          <a:xfrm>
            <a:off x="1371600" y="0"/>
            <a:ext cx="22860" cy="64008"/>
          </a:xfrm>
          <a:prstGeom prst="rect">
            <a:avLst/>
          </a:prstGeom>
          <a:solidFill>
            <a:srgbClr val="B9A77F"/>
          </a:solidFill>
          <a:ln/>
        </p:spPr>
      </p:sp>
      <p:sp>
        <p:nvSpPr>
          <p:cNvPr id="7" name="Shape 5"/>
          <p:cNvSpPr/>
          <p:nvPr/>
        </p:nvSpPr>
        <p:spPr>
          <a:xfrm>
            <a:off x="1719072" y="0"/>
            <a:ext cx="22860" cy="64008"/>
          </a:xfrm>
          <a:prstGeom prst="rect">
            <a:avLst/>
          </a:prstGeom>
          <a:solidFill>
            <a:srgbClr val="B9A77F"/>
          </a:solidFill>
          <a:ln/>
        </p:spPr>
      </p:sp>
      <p:sp>
        <p:nvSpPr>
          <p:cNvPr id="8" name="Shape 6"/>
          <p:cNvSpPr/>
          <p:nvPr/>
        </p:nvSpPr>
        <p:spPr>
          <a:xfrm>
            <a:off x="2066544" y="0"/>
            <a:ext cx="22860" cy="64008"/>
          </a:xfrm>
          <a:prstGeom prst="rect">
            <a:avLst/>
          </a:prstGeom>
          <a:solidFill>
            <a:srgbClr val="B9A77F"/>
          </a:solidFill>
          <a:ln/>
        </p:spPr>
      </p:sp>
      <p:sp>
        <p:nvSpPr>
          <p:cNvPr id="9" name="Shape 7"/>
          <p:cNvSpPr/>
          <p:nvPr/>
        </p:nvSpPr>
        <p:spPr>
          <a:xfrm>
            <a:off x="2414016" y="0"/>
            <a:ext cx="22860" cy="64008"/>
          </a:xfrm>
          <a:prstGeom prst="rect">
            <a:avLst/>
          </a:prstGeom>
          <a:solidFill>
            <a:srgbClr val="B9A77F"/>
          </a:solidFill>
          <a:ln/>
        </p:spPr>
      </p:sp>
      <p:sp>
        <p:nvSpPr>
          <p:cNvPr id="10" name="Shape 8"/>
          <p:cNvSpPr/>
          <p:nvPr/>
        </p:nvSpPr>
        <p:spPr>
          <a:xfrm>
            <a:off x="2761488" y="0"/>
            <a:ext cx="22860" cy="64008"/>
          </a:xfrm>
          <a:prstGeom prst="rect">
            <a:avLst/>
          </a:prstGeom>
          <a:solidFill>
            <a:srgbClr val="B9A77F"/>
          </a:solidFill>
          <a:ln/>
        </p:spPr>
      </p:sp>
      <p:sp>
        <p:nvSpPr>
          <p:cNvPr id="11" name="Shape 9"/>
          <p:cNvSpPr/>
          <p:nvPr/>
        </p:nvSpPr>
        <p:spPr>
          <a:xfrm>
            <a:off x="3108960" y="0"/>
            <a:ext cx="22860" cy="64008"/>
          </a:xfrm>
          <a:prstGeom prst="rect">
            <a:avLst/>
          </a:prstGeom>
          <a:solidFill>
            <a:srgbClr val="B9A77F"/>
          </a:solidFill>
          <a:ln/>
        </p:spPr>
      </p:sp>
      <p:sp>
        <p:nvSpPr>
          <p:cNvPr id="12" name="Shape 10"/>
          <p:cNvSpPr/>
          <p:nvPr/>
        </p:nvSpPr>
        <p:spPr>
          <a:xfrm>
            <a:off x="3456432" y="0"/>
            <a:ext cx="22860" cy="64008"/>
          </a:xfrm>
          <a:prstGeom prst="rect">
            <a:avLst/>
          </a:prstGeom>
          <a:solidFill>
            <a:srgbClr val="B9A77F"/>
          </a:solidFill>
          <a:ln/>
        </p:spPr>
      </p:sp>
      <p:sp>
        <p:nvSpPr>
          <p:cNvPr id="13" name="Shape 11"/>
          <p:cNvSpPr/>
          <p:nvPr/>
        </p:nvSpPr>
        <p:spPr>
          <a:xfrm>
            <a:off x="3803904" y="0"/>
            <a:ext cx="22860" cy="64008"/>
          </a:xfrm>
          <a:prstGeom prst="rect">
            <a:avLst/>
          </a:prstGeom>
          <a:solidFill>
            <a:srgbClr val="B9A77F"/>
          </a:solidFill>
          <a:ln/>
        </p:spPr>
      </p:sp>
      <p:sp>
        <p:nvSpPr>
          <p:cNvPr id="14" name="Shape 12"/>
          <p:cNvSpPr/>
          <p:nvPr/>
        </p:nvSpPr>
        <p:spPr>
          <a:xfrm>
            <a:off x="4151376" y="0"/>
            <a:ext cx="22860" cy="64008"/>
          </a:xfrm>
          <a:prstGeom prst="rect">
            <a:avLst/>
          </a:prstGeom>
          <a:solidFill>
            <a:srgbClr val="B9A77F"/>
          </a:solidFill>
          <a:ln/>
        </p:spPr>
      </p:sp>
      <p:sp>
        <p:nvSpPr>
          <p:cNvPr id="15" name="Shape 13"/>
          <p:cNvSpPr/>
          <p:nvPr/>
        </p:nvSpPr>
        <p:spPr>
          <a:xfrm>
            <a:off x="4498848" y="0"/>
            <a:ext cx="22860" cy="64008"/>
          </a:xfrm>
          <a:prstGeom prst="rect">
            <a:avLst/>
          </a:prstGeom>
          <a:solidFill>
            <a:srgbClr val="B9A77F"/>
          </a:solidFill>
          <a:ln/>
        </p:spPr>
      </p:sp>
      <p:sp>
        <p:nvSpPr>
          <p:cNvPr id="16" name="Shape 14"/>
          <p:cNvSpPr/>
          <p:nvPr/>
        </p:nvSpPr>
        <p:spPr>
          <a:xfrm>
            <a:off x="4846320" y="0"/>
            <a:ext cx="22860" cy="64008"/>
          </a:xfrm>
          <a:prstGeom prst="rect">
            <a:avLst/>
          </a:prstGeom>
          <a:solidFill>
            <a:srgbClr val="B9A77F"/>
          </a:solidFill>
          <a:ln/>
        </p:spPr>
      </p:sp>
      <p:sp>
        <p:nvSpPr>
          <p:cNvPr id="17" name="Shape 15"/>
          <p:cNvSpPr/>
          <p:nvPr/>
        </p:nvSpPr>
        <p:spPr>
          <a:xfrm>
            <a:off x="5193792" y="0"/>
            <a:ext cx="22860" cy="64008"/>
          </a:xfrm>
          <a:prstGeom prst="rect">
            <a:avLst/>
          </a:prstGeom>
          <a:solidFill>
            <a:srgbClr val="B9A77F"/>
          </a:solidFill>
          <a:ln/>
        </p:spPr>
      </p:sp>
      <p:sp>
        <p:nvSpPr>
          <p:cNvPr id="18" name="Shape 16"/>
          <p:cNvSpPr/>
          <p:nvPr/>
        </p:nvSpPr>
        <p:spPr>
          <a:xfrm>
            <a:off x="5541264" y="0"/>
            <a:ext cx="22860" cy="64008"/>
          </a:xfrm>
          <a:prstGeom prst="rect">
            <a:avLst/>
          </a:prstGeom>
          <a:solidFill>
            <a:srgbClr val="B9A77F"/>
          </a:solidFill>
          <a:ln/>
        </p:spPr>
      </p:sp>
      <p:sp>
        <p:nvSpPr>
          <p:cNvPr id="19" name="Shape 17"/>
          <p:cNvSpPr/>
          <p:nvPr/>
        </p:nvSpPr>
        <p:spPr>
          <a:xfrm>
            <a:off x="5888736" y="0"/>
            <a:ext cx="22860" cy="64008"/>
          </a:xfrm>
          <a:prstGeom prst="rect">
            <a:avLst/>
          </a:prstGeom>
          <a:solidFill>
            <a:srgbClr val="B9A77F"/>
          </a:solidFill>
          <a:ln/>
        </p:spPr>
      </p:sp>
      <p:sp>
        <p:nvSpPr>
          <p:cNvPr id="20" name="Shape 18"/>
          <p:cNvSpPr/>
          <p:nvPr/>
        </p:nvSpPr>
        <p:spPr>
          <a:xfrm>
            <a:off x="6236208" y="0"/>
            <a:ext cx="22860" cy="64008"/>
          </a:xfrm>
          <a:prstGeom prst="rect">
            <a:avLst/>
          </a:prstGeom>
          <a:solidFill>
            <a:srgbClr val="B9A77F"/>
          </a:solidFill>
          <a:ln/>
        </p:spPr>
      </p:sp>
      <p:sp>
        <p:nvSpPr>
          <p:cNvPr id="21" name="Shape 19"/>
          <p:cNvSpPr/>
          <p:nvPr/>
        </p:nvSpPr>
        <p:spPr>
          <a:xfrm>
            <a:off x="6583680" y="0"/>
            <a:ext cx="22860" cy="64008"/>
          </a:xfrm>
          <a:prstGeom prst="rect">
            <a:avLst/>
          </a:prstGeom>
          <a:solidFill>
            <a:srgbClr val="B9A77F"/>
          </a:solidFill>
          <a:ln/>
        </p:spPr>
      </p:sp>
      <p:sp>
        <p:nvSpPr>
          <p:cNvPr id="22" name="Shape 20"/>
          <p:cNvSpPr/>
          <p:nvPr/>
        </p:nvSpPr>
        <p:spPr>
          <a:xfrm>
            <a:off x="6931152" y="0"/>
            <a:ext cx="22860" cy="64008"/>
          </a:xfrm>
          <a:prstGeom prst="rect">
            <a:avLst/>
          </a:prstGeom>
          <a:solidFill>
            <a:srgbClr val="B9A77F"/>
          </a:solidFill>
          <a:ln/>
        </p:spPr>
      </p:sp>
      <p:sp>
        <p:nvSpPr>
          <p:cNvPr id="23" name="Shape 21"/>
          <p:cNvSpPr/>
          <p:nvPr/>
        </p:nvSpPr>
        <p:spPr>
          <a:xfrm>
            <a:off x="7278624" y="0"/>
            <a:ext cx="22860" cy="64008"/>
          </a:xfrm>
          <a:prstGeom prst="rect">
            <a:avLst/>
          </a:prstGeom>
          <a:solidFill>
            <a:srgbClr val="B9A77F"/>
          </a:solidFill>
          <a:ln/>
        </p:spPr>
      </p:sp>
      <p:sp>
        <p:nvSpPr>
          <p:cNvPr id="24" name="Shape 22"/>
          <p:cNvSpPr/>
          <p:nvPr/>
        </p:nvSpPr>
        <p:spPr>
          <a:xfrm>
            <a:off x="7626096" y="0"/>
            <a:ext cx="22860" cy="64008"/>
          </a:xfrm>
          <a:prstGeom prst="rect">
            <a:avLst/>
          </a:prstGeom>
          <a:solidFill>
            <a:srgbClr val="B9A77F"/>
          </a:solidFill>
          <a:ln/>
        </p:spPr>
      </p:sp>
      <p:sp>
        <p:nvSpPr>
          <p:cNvPr id="25" name="Shape 23"/>
          <p:cNvSpPr/>
          <p:nvPr/>
        </p:nvSpPr>
        <p:spPr>
          <a:xfrm>
            <a:off x="7973568" y="0"/>
            <a:ext cx="22860" cy="64008"/>
          </a:xfrm>
          <a:prstGeom prst="rect">
            <a:avLst/>
          </a:prstGeom>
          <a:solidFill>
            <a:srgbClr val="B9A77F"/>
          </a:solidFill>
          <a:ln/>
        </p:spPr>
      </p:sp>
      <p:sp>
        <p:nvSpPr>
          <p:cNvPr id="26" name="Shape 24"/>
          <p:cNvSpPr/>
          <p:nvPr/>
        </p:nvSpPr>
        <p:spPr>
          <a:xfrm>
            <a:off x="8321040" y="0"/>
            <a:ext cx="22860" cy="64008"/>
          </a:xfrm>
          <a:prstGeom prst="rect">
            <a:avLst/>
          </a:prstGeom>
          <a:solidFill>
            <a:srgbClr val="B9A77F"/>
          </a:solidFill>
          <a:ln/>
        </p:spPr>
      </p:sp>
      <p:sp>
        <p:nvSpPr>
          <p:cNvPr id="27" name="Shape 25"/>
          <p:cNvSpPr/>
          <p:nvPr/>
        </p:nvSpPr>
        <p:spPr>
          <a:xfrm>
            <a:off x="8668512" y="0"/>
            <a:ext cx="22860" cy="64008"/>
          </a:xfrm>
          <a:prstGeom prst="rect">
            <a:avLst/>
          </a:prstGeom>
          <a:solidFill>
            <a:srgbClr val="B9A77F"/>
          </a:solidFill>
          <a:ln/>
        </p:spPr>
      </p:sp>
      <p:sp>
        <p:nvSpPr>
          <p:cNvPr id="28" name="Shape 26"/>
          <p:cNvSpPr/>
          <p:nvPr/>
        </p:nvSpPr>
        <p:spPr>
          <a:xfrm>
            <a:off x="9015984" y="0"/>
            <a:ext cx="22860" cy="64008"/>
          </a:xfrm>
          <a:prstGeom prst="rect">
            <a:avLst/>
          </a:prstGeom>
          <a:solidFill>
            <a:srgbClr val="B9A77F"/>
          </a:solidFill>
          <a:ln/>
        </p:spPr>
      </p:sp>
      <p:sp>
        <p:nvSpPr>
          <p:cNvPr id="29" name="Shape 27"/>
          <p:cNvSpPr/>
          <p:nvPr/>
        </p:nvSpPr>
        <p:spPr>
          <a:xfrm>
            <a:off x="9363456" y="0"/>
            <a:ext cx="22860" cy="64008"/>
          </a:xfrm>
          <a:prstGeom prst="rect">
            <a:avLst/>
          </a:prstGeom>
          <a:solidFill>
            <a:srgbClr val="B9A77F"/>
          </a:solidFill>
          <a:ln/>
        </p:spPr>
      </p:sp>
      <p:sp>
        <p:nvSpPr>
          <p:cNvPr id="30" name="Shape 28"/>
          <p:cNvSpPr/>
          <p:nvPr/>
        </p:nvSpPr>
        <p:spPr>
          <a:xfrm>
            <a:off x="9710928" y="0"/>
            <a:ext cx="22860" cy="64008"/>
          </a:xfrm>
          <a:prstGeom prst="rect">
            <a:avLst/>
          </a:prstGeom>
          <a:solidFill>
            <a:srgbClr val="B9A77F"/>
          </a:solidFill>
          <a:ln/>
        </p:spPr>
      </p:sp>
      <p:sp>
        <p:nvSpPr>
          <p:cNvPr id="31" name="Shape 29"/>
          <p:cNvSpPr/>
          <p:nvPr/>
        </p:nvSpPr>
        <p:spPr>
          <a:xfrm>
            <a:off x="10058400" y="0"/>
            <a:ext cx="22860" cy="64008"/>
          </a:xfrm>
          <a:prstGeom prst="rect">
            <a:avLst/>
          </a:prstGeom>
          <a:solidFill>
            <a:srgbClr val="B9A77F"/>
          </a:solidFill>
          <a:ln/>
        </p:spPr>
      </p:sp>
      <p:sp>
        <p:nvSpPr>
          <p:cNvPr id="32" name="Shape 30"/>
          <p:cNvSpPr/>
          <p:nvPr/>
        </p:nvSpPr>
        <p:spPr>
          <a:xfrm>
            <a:off x="10405872" y="0"/>
            <a:ext cx="22860" cy="64008"/>
          </a:xfrm>
          <a:prstGeom prst="rect">
            <a:avLst/>
          </a:prstGeom>
          <a:solidFill>
            <a:srgbClr val="B9A77F"/>
          </a:solidFill>
          <a:ln/>
        </p:spPr>
      </p:sp>
      <p:sp>
        <p:nvSpPr>
          <p:cNvPr id="33" name="Shape 31"/>
          <p:cNvSpPr/>
          <p:nvPr/>
        </p:nvSpPr>
        <p:spPr>
          <a:xfrm>
            <a:off x="10753344" y="0"/>
            <a:ext cx="22860" cy="64008"/>
          </a:xfrm>
          <a:prstGeom prst="rect">
            <a:avLst/>
          </a:prstGeom>
          <a:solidFill>
            <a:srgbClr val="B9A77F"/>
          </a:solidFill>
          <a:ln/>
        </p:spPr>
      </p:sp>
      <p:sp>
        <p:nvSpPr>
          <p:cNvPr id="34" name="Shape 32"/>
          <p:cNvSpPr/>
          <p:nvPr/>
        </p:nvSpPr>
        <p:spPr>
          <a:xfrm>
            <a:off x="11100816" y="0"/>
            <a:ext cx="22860" cy="64008"/>
          </a:xfrm>
          <a:prstGeom prst="rect">
            <a:avLst/>
          </a:prstGeom>
          <a:solidFill>
            <a:srgbClr val="B9A77F"/>
          </a:solidFill>
          <a:ln/>
        </p:spPr>
      </p:sp>
      <p:sp>
        <p:nvSpPr>
          <p:cNvPr id="35" name="Shape 33"/>
          <p:cNvSpPr/>
          <p:nvPr/>
        </p:nvSpPr>
        <p:spPr>
          <a:xfrm>
            <a:off x="11448288" y="0"/>
            <a:ext cx="22860" cy="64008"/>
          </a:xfrm>
          <a:prstGeom prst="rect">
            <a:avLst/>
          </a:prstGeom>
          <a:solidFill>
            <a:srgbClr val="B9A77F"/>
          </a:solidFill>
          <a:ln/>
        </p:spPr>
      </p:sp>
      <p:sp>
        <p:nvSpPr>
          <p:cNvPr id="36" name="Shape 34"/>
          <p:cNvSpPr/>
          <p:nvPr/>
        </p:nvSpPr>
        <p:spPr>
          <a:xfrm>
            <a:off x="11795760" y="0"/>
            <a:ext cx="22860" cy="64008"/>
          </a:xfrm>
          <a:prstGeom prst="rect">
            <a:avLst/>
          </a:prstGeom>
          <a:solidFill>
            <a:srgbClr val="B9A77F"/>
          </a:solidFill>
          <a:ln/>
        </p:spPr>
      </p:sp>
      <p:sp>
        <p:nvSpPr>
          <p:cNvPr id="37" name="Shape 35"/>
          <p:cNvSpPr/>
          <p:nvPr/>
        </p:nvSpPr>
        <p:spPr>
          <a:xfrm>
            <a:off x="12143232" y="0"/>
            <a:ext cx="22860" cy="64008"/>
          </a:xfrm>
          <a:prstGeom prst="rect">
            <a:avLst/>
          </a:prstGeom>
          <a:solidFill>
            <a:srgbClr val="B9A77F"/>
          </a:solidFill>
          <a:ln/>
        </p:spPr>
      </p:sp>
      <p:sp>
        <p:nvSpPr>
          <p:cNvPr id="38" name="Text 36"/>
          <p:cNvSpPr/>
          <p:nvPr/>
        </p:nvSpPr>
        <p:spPr>
          <a:xfrm>
            <a:off x="0" y="1371600"/>
            <a:ext cx="12191695" cy="365760"/>
          </a:xfrm>
          <a:prstGeom prst="rect">
            <a:avLst/>
          </a:prstGeom>
          <a:noFill/>
          <a:ln/>
        </p:spPr>
        <p:txBody>
          <a:bodyPr wrap="square" lIns="0" tIns="0" rIns="0" bIns="0" rtlCol="0" anchor="ctr"/>
          <a:lstStyle/>
          <a:p>
            <a:pPr algn="ctr" indent="0" marL="0">
              <a:buNone/>
            </a:pPr>
            <a:r>
              <a:rPr lang="en-US" sz="1200" b="1" spc="800" kern="0" dirty="0">
                <a:solidFill>
                  <a:srgbClr val="C9A24A"/>
                </a:solidFill>
                <a:latin typeface="IBM Plex Mono" pitchFamily="34" charset="0"/>
                <a:ea typeface="IBM Plex Mono" pitchFamily="34" charset="-122"/>
                <a:cs typeface="IBM Plex Mono" pitchFamily="34" charset="-120"/>
              </a:rPr>
              <a:t>FINIS</a:t>
            </a:r>
            <a:endParaRPr lang="en-US" sz="1200" dirty="0"/>
          </a:p>
        </p:txBody>
      </p:sp>
      <p:sp>
        <p:nvSpPr>
          <p:cNvPr id="39" name="Text 37"/>
          <p:cNvSpPr/>
          <p:nvPr/>
        </p:nvSpPr>
        <p:spPr>
          <a:xfrm>
            <a:off x="457200" y="1828800"/>
            <a:ext cx="11277295" cy="1280160"/>
          </a:xfrm>
          <a:prstGeom prst="rect">
            <a:avLst/>
          </a:prstGeom>
          <a:noFill/>
          <a:ln/>
        </p:spPr>
        <p:txBody>
          <a:bodyPr wrap="square" lIns="0" tIns="0" rIns="0" bIns="0" rtlCol="0" anchor="ctr"/>
          <a:lstStyle/>
          <a:p>
            <a:pPr algn="ctr" indent="0" marL="0">
              <a:buNone/>
            </a:pPr>
            <a:r>
              <a:rPr lang="en-US" sz="6400" b="1" dirty="0">
                <a:solidFill>
                  <a:srgbClr val="ECE8DF"/>
                </a:solidFill>
                <a:latin typeface="Cormorant Garamond" pitchFamily="34" charset="0"/>
                <a:ea typeface="Cormorant Garamond" pitchFamily="34" charset="-122"/>
                <a:cs typeface="Cormorant Garamond" pitchFamily="34" charset="-120"/>
              </a:rPr>
              <a:t>Lorem ipsum </a:t>
            </a:r>
            <a:pPr algn="ctr" indent="0" marL="0">
              <a:buNone/>
            </a:pPr>
            <a:r>
              <a:rPr lang="en-US" sz="6400" b="1" i="1" dirty="0">
                <a:solidFill>
                  <a:srgbClr val="E6C97A"/>
                </a:solidFill>
                <a:latin typeface="Cormorant Garamond" pitchFamily="34" charset="0"/>
                <a:ea typeface="Cormorant Garamond" pitchFamily="34" charset="-122"/>
                <a:cs typeface="Cormorant Garamond" pitchFamily="34" charset="-120"/>
              </a:rPr>
              <a:t>dolor sit</a:t>
            </a:r>
            <a:endParaRPr lang="en-US" sz="6400" dirty="0"/>
          </a:p>
        </p:txBody>
      </p:sp>
      <p:sp>
        <p:nvSpPr>
          <p:cNvPr id="40" name="Shape 38"/>
          <p:cNvSpPr/>
          <p:nvPr/>
        </p:nvSpPr>
        <p:spPr>
          <a:xfrm>
            <a:off x="4724248" y="3337560"/>
            <a:ext cx="2743200" cy="0"/>
          </a:xfrm>
          <a:prstGeom prst="line">
            <a:avLst/>
          </a:prstGeom>
          <a:noFill/>
          <a:ln w="12700">
            <a:solidFill>
              <a:srgbClr val="C9A24A"/>
            </a:solidFill>
            <a:prstDash val="solid"/>
          </a:ln>
        </p:spPr>
      </p:sp>
      <p:sp>
        <p:nvSpPr>
          <p:cNvPr id="41" name="Text 39"/>
          <p:cNvSpPr/>
          <p:nvPr/>
        </p:nvSpPr>
        <p:spPr>
          <a:xfrm>
            <a:off x="1371600" y="3566160"/>
            <a:ext cx="9448495" cy="548640"/>
          </a:xfrm>
          <a:prstGeom prst="rect">
            <a:avLst/>
          </a:prstGeom>
          <a:noFill/>
          <a:ln/>
        </p:spPr>
        <p:txBody>
          <a:bodyPr wrap="square" lIns="0" tIns="0" rIns="0" bIns="0" rtlCol="0" anchor="ctr"/>
          <a:lstStyle/>
          <a:p>
            <a:pPr algn="ctr" indent="0" marL="0">
              <a:buNone/>
            </a:pPr>
            <a:r>
              <a:rPr lang="en-US" sz="1800" dirty="0">
                <a:solidFill>
                  <a:srgbClr val="CFC8B8"/>
                </a:solidFill>
                <a:latin typeface="Source Serif 4" pitchFamily="34" charset="0"/>
                <a:ea typeface="Source Serif 4" pitchFamily="34" charset="-122"/>
                <a:cs typeface="Source Serif 4" pitchFamily="34" charset="-120"/>
              </a:rPr>
              <a:t>Consectetur adipiscing elit, sed do eiusmod tempor incididunt ut labore</a:t>
            </a:r>
            <a:endParaRPr lang="en-US" sz="1800" dirty="0"/>
          </a:p>
        </p:txBody>
      </p:sp>
      <p:sp>
        <p:nvSpPr>
          <p:cNvPr id="42" name="Text 40"/>
          <p:cNvSpPr/>
          <p:nvPr/>
        </p:nvSpPr>
        <p:spPr>
          <a:xfrm>
            <a:off x="3261208" y="4526280"/>
            <a:ext cx="5669280" cy="384048"/>
          </a:xfrm>
          <a:prstGeom prst="rect">
            <a:avLst/>
          </a:prstGeom>
          <a:solidFill>
            <a:srgbClr val="D9C9A3"/>
          </a:solidFill>
          <a:ln w="9525">
            <a:solidFill>
              <a:srgbClr val="B9A77F"/>
            </a:solidFill>
          </a:ln>
        </p:spPr>
        <p:txBody>
          <a:bodyPr wrap="square" lIns="0" tIns="0" rIns="0" bIns="0" rtlCol="0" anchor="ctr"/>
          <a:lstStyle/>
          <a:p>
            <a:pPr algn="ctr" indent="0" marL="0">
              <a:buNone/>
            </a:pPr>
            <a:r>
              <a:rPr lang="en-US" sz="1100" b="1" spc="300" kern="0" dirty="0">
                <a:solidFill>
                  <a:srgbClr val="0C0D10"/>
                </a:solidFill>
                <a:latin typeface="IBM Plex Mono" pitchFamily="34" charset="0"/>
                <a:ea typeface="IBM Plex Mono" pitchFamily="34" charset="-122"/>
                <a:cs typeface="IBM Plex Mono" pitchFamily="34" charset="-120"/>
              </a:rPr>
              <a:t>LOREM@IPSUM.DOLOR  ·  LOREMIPSUM.DOLOR</a:t>
            </a:r>
            <a:endParaRPr lang="en-US" sz="1100" dirty="0"/>
          </a:p>
        </p:txBody>
      </p:sp>
      <p:sp>
        <p:nvSpPr>
          <p:cNvPr id="43" name="Text 41"/>
          <p:cNvSpPr/>
          <p:nvPr/>
        </p:nvSpPr>
        <p:spPr>
          <a:xfrm>
            <a:off x="0" y="6035040"/>
            <a:ext cx="12191695" cy="274320"/>
          </a:xfrm>
          <a:prstGeom prst="rect">
            <a:avLst/>
          </a:prstGeom>
          <a:noFill/>
          <a:ln/>
        </p:spPr>
        <p:txBody>
          <a:bodyPr wrap="square" lIns="0" tIns="0" rIns="0" bIns="0" rtlCol="0" anchor="ctr"/>
          <a:lstStyle/>
          <a:p>
            <a:pPr algn="ctr" indent="0" marL="0">
              <a:buNone/>
            </a:pPr>
            <a:r>
              <a:rPr lang="en-US" sz="900" spc="300" kern="0" dirty="0">
                <a:solidFill>
                  <a:srgbClr val="9A958A"/>
                </a:solidFill>
                <a:latin typeface="IBM Plex Mono" pitchFamily="34" charset="0"/>
                <a:ea typeface="IBM Plex Mono" pitchFamily="34" charset="-122"/>
                <a:cs typeface="IBM Plex Mono" pitchFamily="34" charset="-120"/>
              </a:rPr>
              <a:t>Lorem ipsum dolor sit amet · MMXXVI</a:t>
            </a:r>
            <a:endParaRPr lang="en-US" sz="900" dirty="0"/>
          </a:p>
        </p:txBody>
      </p:sp>
      <p:sp>
        <p:nvSpPr>
          <p:cNvPr id="44" name="Shape 42"/>
          <p:cNvSpPr/>
          <p:nvPr/>
        </p:nvSpPr>
        <p:spPr>
          <a:xfrm>
            <a:off x="0" y="6793992"/>
            <a:ext cx="12191695" cy="64008"/>
          </a:xfrm>
          <a:prstGeom prst="rect">
            <a:avLst/>
          </a:prstGeom>
          <a:solidFill>
            <a:srgbClr val="D9C9A3"/>
          </a:solidFill>
          <a:ln/>
        </p:spPr>
      </p:sp>
      <p:sp>
        <p:nvSpPr>
          <p:cNvPr id="45" name="Shape 43"/>
          <p:cNvSpPr/>
          <p:nvPr/>
        </p:nvSpPr>
        <p:spPr>
          <a:xfrm>
            <a:off x="329184" y="6793992"/>
            <a:ext cx="22860" cy="64008"/>
          </a:xfrm>
          <a:prstGeom prst="rect">
            <a:avLst/>
          </a:prstGeom>
          <a:solidFill>
            <a:srgbClr val="B9A77F"/>
          </a:solidFill>
          <a:ln/>
        </p:spPr>
      </p:sp>
      <p:sp>
        <p:nvSpPr>
          <p:cNvPr id="46" name="Shape 44"/>
          <p:cNvSpPr/>
          <p:nvPr/>
        </p:nvSpPr>
        <p:spPr>
          <a:xfrm>
            <a:off x="676656" y="6793992"/>
            <a:ext cx="22860" cy="64008"/>
          </a:xfrm>
          <a:prstGeom prst="rect">
            <a:avLst/>
          </a:prstGeom>
          <a:solidFill>
            <a:srgbClr val="B9A77F"/>
          </a:solidFill>
          <a:ln/>
        </p:spPr>
      </p:sp>
      <p:sp>
        <p:nvSpPr>
          <p:cNvPr id="47" name="Shape 45"/>
          <p:cNvSpPr/>
          <p:nvPr/>
        </p:nvSpPr>
        <p:spPr>
          <a:xfrm>
            <a:off x="1024128" y="6793992"/>
            <a:ext cx="22860" cy="64008"/>
          </a:xfrm>
          <a:prstGeom prst="rect">
            <a:avLst/>
          </a:prstGeom>
          <a:solidFill>
            <a:srgbClr val="B9A77F"/>
          </a:solidFill>
          <a:ln/>
        </p:spPr>
      </p:sp>
      <p:sp>
        <p:nvSpPr>
          <p:cNvPr id="48" name="Shape 46"/>
          <p:cNvSpPr/>
          <p:nvPr/>
        </p:nvSpPr>
        <p:spPr>
          <a:xfrm>
            <a:off x="1371600" y="6793992"/>
            <a:ext cx="22860" cy="64008"/>
          </a:xfrm>
          <a:prstGeom prst="rect">
            <a:avLst/>
          </a:prstGeom>
          <a:solidFill>
            <a:srgbClr val="B9A77F"/>
          </a:solidFill>
          <a:ln/>
        </p:spPr>
      </p:sp>
      <p:sp>
        <p:nvSpPr>
          <p:cNvPr id="49" name="Shape 47"/>
          <p:cNvSpPr/>
          <p:nvPr/>
        </p:nvSpPr>
        <p:spPr>
          <a:xfrm>
            <a:off x="1719072" y="6793992"/>
            <a:ext cx="22860" cy="64008"/>
          </a:xfrm>
          <a:prstGeom prst="rect">
            <a:avLst/>
          </a:prstGeom>
          <a:solidFill>
            <a:srgbClr val="B9A77F"/>
          </a:solidFill>
          <a:ln/>
        </p:spPr>
      </p:sp>
      <p:sp>
        <p:nvSpPr>
          <p:cNvPr id="50" name="Shape 48"/>
          <p:cNvSpPr/>
          <p:nvPr/>
        </p:nvSpPr>
        <p:spPr>
          <a:xfrm>
            <a:off x="2066544" y="6793992"/>
            <a:ext cx="22860" cy="64008"/>
          </a:xfrm>
          <a:prstGeom prst="rect">
            <a:avLst/>
          </a:prstGeom>
          <a:solidFill>
            <a:srgbClr val="B9A77F"/>
          </a:solidFill>
          <a:ln/>
        </p:spPr>
      </p:sp>
      <p:sp>
        <p:nvSpPr>
          <p:cNvPr id="51" name="Shape 49"/>
          <p:cNvSpPr/>
          <p:nvPr/>
        </p:nvSpPr>
        <p:spPr>
          <a:xfrm>
            <a:off x="2414016" y="6793992"/>
            <a:ext cx="22860" cy="64008"/>
          </a:xfrm>
          <a:prstGeom prst="rect">
            <a:avLst/>
          </a:prstGeom>
          <a:solidFill>
            <a:srgbClr val="B9A77F"/>
          </a:solidFill>
          <a:ln/>
        </p:spPr>
      </p:sp>
      <p:sp>
        <p:nvSpPr>
          <p:cNvPr id="52" name="Shape 50"/>
          <p:cNvSpPr/>
          <p:nvPr/>
        </p:nvSpPr>
        <p:spPr>
          <a:xfrm>
            <a:off x="2761488" y="6793992"/>
            <a:ext cx="22860" cy="64008"/>
          </a:xfrm>
          <a:prstGeom prst="rect">
            <a:avLst/>
          </a:prstGeom>
          <a:solidFill>
            <a:srgbClr val="B9A77F"/>
          </a:solidFill>
          <a:ln/>
        </p:spPr>
      </p:sp>
      <p:sp>
        <p:nvSpPr>
          <p:cNvPr id="53" name="Shape 51"/>
          <p:cNvSpPr/>
          <p:nvPr/>
        </p:nvSpPr>
        <p:spPr>
          <a:xfrm>
            <a:off x="3108960" y="6793992"/>
            <a:ext cx="22860" cy="64008"/>
          </a:xfrm>
          <a:prstGeom prst="rect">
            <a:avLst/>
          </a:prstGeom>
          <a:solidFill>
            <a:srgbClr val="B9A77F"/>
          </a:solidFill>
          <a:ln/>
        </p:spPr>
      </p:sp>
      <p:sp>
        <p:nvSpPr>
          <p:cNvPr id="54" name="Shape 52"/>
          <p:cNvSpPr/>
          <p:nvPr/>
        </p:nvSpPr>
        <p:spPr>
          <a:xfrm>
            <a:off x="3456432" y="6793992"/>
            <a:ext cx="22860" cy="64008"/>
          </a:xfrm>
          <a:prstGeom prst="rect">
            <a:avLst/>
          </a:prstGeom>
          <a:solidFill>
            <a:srgbClr val="B9A77F"/>
          </a:solidFill>
          <a:ln/>
        </p:spPr>
      </p:sp>
      <p:sp>
        <p:nvSpPr>
          <p:cNvPr id="55" name="Shape 53"/>
          <p:cNvSpPr/>
          <p:nvPr/>
        </p:nvSpPr>
        <p:spPr>
          <a:xfrm>
            <a:off x="3803904" y="6793992"/>
            <a:ext cx="22860" cy="64008"/>
          </a:xfrm>
          <a:prstGeom prst="rect">
            <a:avLst/>
          </a:prstGeom>
          <a:solidFill>
            <a:srgbClr val="B9A77F"/>
          </a:solidFill>
          <a:ln/>
        </p:spPr>
      </p:sp>
      <p:sp>
        <p:nvSpPr>
          <p:cNvPr id="56" name="Shape 54"/>
          <p:cNvSpPr/>
          <p:nvPr/>
        </p:nvSpPr>
        <p:spPr>
          <a:xfrm>
            <a:off x="4151376" y="6793992"/>
            <a:ext cx="22860" cy="64008"/>
          </a:xfrm>
          <a:prstGeom prst="rect">
            <a:avLst/>
          </a:prstGeom>
          <a:solidFill>
            <a:srgbClr val="B9A77F"/>
          </a:solidFill>
          <a:ln/>
        </p:spPr>
      </p:sp>
      <p:sp>
        <p:nvSpPr>
          <p:cNvPr id="57" name="Shape 55"/>
          <p:cNvSpPr/>
          <p:nvPr/>
        </p:nvSpPr>
        <p:spPr>
          <a:xfrm>
            <a:off x="4498848" y="6793992"/>
            <a:ext cx="22860" cy="64008"/>
          </a:xfrm>
          <a:prstGeom prst="rect">
            <a:avLst/>
          </a:prstGeom>
          <a:solidFill>
            <a:srgbClr val="B9A77F"/>
          </a:solidFill>
          <a:ln/>
        </p:spPr>
      </p:sp>
      <p:sp>
        <p:nvSpPr>
          <p:cNvPr id="58" name="Shape 56"/>
          <p:cNvSpPr/>
          <p:nvPr/>
        </p:nvSpPr>
        <p:spPr>
          <a:xfrm>
            <a:off x="4846320" y="6793992"/>
            <a:ext cx="22860" cy="64008"/>
          </a:xfrm>
          <a:prstGeom prst="rect">
            <a:avLst/>
          </a:prstGeom>
          <a:solidFill>
            <a:srgbClr val="B9A77F"/>
          </a:solidFill>
          <a:ln/>
        </p:spPr>
      </p:sp>
      <p:sp>
        <p:nvSpPr>
          <p:cNvPr id="59" name="Shape 57"/>
          <p:cNvSpPr/>
          <p:nvPr/>
        </p:nvSpPr>
        <p:spPr>
          <a:xfrm>
            <a:off x="5193792" y="6793992"/>
            <a:ext cx="22860" cy="64008"/>
          </a:xfrm>
          <a:prstGeom prst="rect">
            <a:avLst/>
          </a:prstGeom>
          <a:solidFill>
            <a:srgbClr val="B9A77F"/>
          </a:solidFill>
          <a:ln/>
        </p:spPr>
      </p:sp>
      <p:sp>
        <p:nvSpPr>
          <p:cNvPr id="60" name="Shape 58"/>
          <p:cNvSpPr/>
          <p:nvPr/>
        </p:nvSpPr>
        <p:spPr>
          <a:xfrm>
            <a:off x="5541264" y="6793992"/>
            <a:ext cx="22860" cy="64008"/>
          </a:xfrm>
          <a:prstGeom prst="rect">
            <a:avLst/>
          </a:prstGeom>
          <a:solidFill>
            <a:srgbClr val="B9A77F"/>
          </a:solidFill>
          <a:ln/>
        </p:spPr>
      </p:sp>
      <p:sp>
        <p:nvSpPr>
          <p:cNvPr id="61" name="Shape 59"/>
          <p:cNvSpPr/>
          <p:nvPr/>
        </p:nvSpPr>
        <p:spPr>
          <a:xfrm>
            <a:off x="5888736" y="6793992"/>
            <a:ext cx="22860" cy="64008"/>
          </a:xfrm>
          <a:prstGeom prst="rect">
            <a:avLst/>
          </a:prstGeom>
          <a:solidFill>
            <a:srgbClr val="B9A77F"/>
          </a:solidFill>
          <a:ln/>
        </p:spPr>
      </p:sp>
      <p:sp>
        <p:nvSpPr>
          <p:cNvPr id="62" name="Shape 60"/>
          <p:cNvSpPr/>
          <p:nvPr/>
        </p:nvSpPr>
        <p:spPr>
          <a:xfrm>
            <a:off x="6236208" y="6793992"/>
            <a:ext cx="22860" cy="64008"/>
          </a:xfrm>
          <a:prstGeom prst="rect">
            <a:avLst/>
          </a:prstGeom>
          <a:solidFill>
            <a:srgbClr val="B9A77F"/>
          </a:solidFill>
          <a:ln/>
        </p:spPr>
      </p:sp>
      <p:sp>
        <p:nvSpPr>
          <p:cNvPr id="63" name="Shape 61"/>
          <p:cNvSpPr/>
          <p:nvPr/>
        </p:nvSpPr>
        <p:spPr>
          <a:xfrm>
            <a:off x="6583680" y="6793992"/>
            <a:ext cx="22860" cy="64008"/>
          </a:xfrm>
          <a:prstGeom prst="rect">
            <a:avLst/>
          </a:prstGeom>
          <a:solidFill>
            <a:srgbClr val="B9A77F"/>
          </a:solidFill>
          <a:ln/>
        </p:spPr>
      </p:sp>
      <p:sp>
        <p:nvSpPr>
          <p:cNvPr id="64" name="Shape 62"/>
          <p:cNvSpPr/>
          <p:nvPr/>
        </p:nvSpPr>
        <p:spPr>
          <a:xfrm>
            <a:off x="6931152" y="6793992"/>
            <a:ext cx="22860" cy="64008"/>
          </a:xfrm>
          <a:prstGeom prst="rect">
            <a:avLst/>
          </a:prstGeom>
          <a:solidFill>
            <a:srgbClr val="B9A77F"/>
          </a:solidFill>
          <a:ln/>
        </p:spPr>
      </p:sp>
      <p:sp>
        <p:nvSpPr>
          <p:cNvPr id="65" name="Shape 63"/>
          <p:cNvSpPr/>
          <p:nvPr/>
        </p:nvSpPr>
        <p:spPr>
          <a:xfrm>
            <a:off x="7278624" y="6793992"/>
            <a:ext cx="22860" cy="64008"/>
          </a:xfrm>
          <a:prstGeom prst="rect">
            <a:avLst/>
          </a:prstGeom>
          <a:solidFill>
            <a:srgbClr val="B9A77F"/>
          </a:solidFill>
          <a:ln/>
        </p:spPr>
      </p:sp>
      <p:sp>
        <p:nvSpPr>
          <p:cNvPr id="66" name="Shape 64"/>
          <p:cNvSpPr/>
          <p:nvPr/>
        </p:nvSpPr>
        <p:spPr>
          <a:xfrm>
            <a:off x="7626096" y="6793992"/>
            <a:ext cx="22860" cy="64008"/>
          </a:xfrm>
          <a:prstGeom prst="rect">
            <a:avLst/>
          </a:prstGeom>
          <a:solidFill>
            <a:srgbClr val="B9A77F"/>
          </a:solidFill>
          <a:ln/>
        </p:spPr>
      </p:sp>
      <p:sp>
        <p:nvSpPr>
          <p:cNvPr id="67" name="Shape 65"/>
          <p:cNvSpPr/>
          <p:nvPr/>
        </p:nvSpPr>
        <p:spPr>
          <a:xfrm>
            <a:off x="7973568" y="6793992"/>
            <a:ext cx="22860" cy="64008"/>
          </a:xfrm>
          <a:prstGeom prst="rect">
            <a:avLst/>
          </a:prstGeom>
          <a:solidFill>
            <a:srgbClr val="B9A77F"/>
          </a:solidFill>
          <a:ln/>
        </p:spPr>
      </p:sp>
      <p:sp>
        <p:nvSpPr>
          <p:cNvPr id="68" name="Shape 66"/>
          <p:cNvSpPr/>
          <p:nvPr/>
        </p:nvSpPr>
        <p:spPr>
          <a:xfrm>
            <a:off x="8321040" y="6793992"/>
            <a:ext cx="22860" cy="64008"/>
          </a:xfrm>
          <a:prstGeom prst="rect">
            <a:avLst/>
          </a:prstGeom>
          <a:solidFill>
            <a:srgbClr val="B9A77F"/>
          </a:solidFill>
          <a:ln/>
        </p:spPr>
      </p:sp>
      <p:sp>
        <p:nvSpPr>
          <p:cNvPr id="69" name="Shape 67"/>
          <p:cNvSpPr/>
          <p:nvPr/>
        </p:nvSpPr>
        <p:spPr>
          <a:xfrm>
            <a:off x="8668512" y="6793992"/>
            <a:ext cx="22860" cy="64008"/>
          </a:xfrm>
          <a:prstGeom prst="rect">
            <a:avLst/>
          </a:prstGeom>
          <a:solidFill>
            <a:srgbClr val="B9A77F"/>
          </a:solidFill>
          <a:ln/>
        </p:spPr>
      </p:sp>
      <p:sp>
        <p:nvSpPr>
          <p:cNvPr id="70" name="Shape 68"/>
          <p:cNvSpPr/>
          <p:nvPr/>
        </p:nvSpPr>
        <p:spPr>
          <a:xfrm>
            <a:off x="9015984" y="6793992"/>
            <a:ext cx="22860" cy="64008"/>
          </a:xfrm>
          <a:prstGeom prst="rect">
            <a:avLst/>
          </a:prstGeom>
          <a:solidFill>
            <a:srgbClr val="B9A77F"/>
          </a:solidFill>
          <a:ln/>
        </p:spPr>
      </p:sp>
      <p:sp>
        <p:nvSpPr>
          <p:cNvPr id="71" name="Shape 69"/>
          <p:cNvSpPr/>
          <p:nvPr/>
        </p:nvSpPr>
        <p:spPr>
          <a:xfrm>
            <a:off x="9363456" y="6793992"/>
            <a:ext cx="22860" cy="64008"/>
          </a:xfrm>
          <a:prstGeom prst="rect">
            <a:avLst/>
          </a:prstGeom>
          <a:solidFill>
            <a:srgbClr val="B9A77F"/>
          </a:solidFill>
          <a:ln/>
        </p:spPr>
      </p:sp>
      <p:sp>
        <p:nvSpPr>
          <p:cNvPr id="72" name="Shape 70"/>
          <p:cNvSpPr/>
          <p:nvPr/>
        </p:nvSpPr>
        <p:spPr>
          <a:xfrm>
            <a:off x="9710928" y="6793992"/>
            <a:ext cx="22860" cy="64008"/>
          </a:xfrm>
          <a:prstGeom prst="rect">
            <a:avLst/>
          </a:prstGeom>
          <a:solidFill>
            <a:srgbClr val="B9A77F"/>
          </a:solidFill>
          <a:ln/>
        </p:spPr>
      </p:sp>
      <p:sp>
        <p:nvSpPr>
          <p:cNvPr id="73" name="Shape 71"/>
          <p:cNvSpPr/>
          <p:nvPr/>
        </p:nvSpPr>
        <p:spPr>
          <a:xfrm>
            <a:off x="10058400" y="6793992"/>
            <a:ext cx="22860" cy="64008"/>
          </a:xfrm>
          <a:prstGeom prst="rect">
            <a:avLst/>
          </a:prstGeom>
          <a:solidFill>
            <a:srgbClr val="B9A77F"/>
          </a:solidFill>
          <a:ln/>
        </p:spPr>
      </p:sp>
      <p:sp>
        <p:nvSpPr>
          <p:cNvPr id="74" name="Shape 72"/>
          <p:cNvSpPr/>
          <p:nvPr/>
        </p:nvSpPr>
        <p:spPr>
          <a:xfrm>
            <a:off x="10405872" y="6793992"/>
            <a:ext cx="22860" cy="64008"/>
          </a:xfrm>
          <a:prstGeom prst="rect">
            <a:avLst/>
          </a:prstGeom>
          <a:solidFill>
            <a:srgbClr val="B9A77F"/>
          </a:solidFill>
          <a:ln/>
        </p:spPr>
      </p:sp>
      <p:sp>
        <p:nvSpPr>
          <p:cNvPr id="75" name="Shape 73"/>
          <p:cNvSpPr/>
          <p:nvPr/>
        </p:nvSpPr>
        <p:spPr>
          <a:xfrm>
            <a:off x="10753344" y="6793992"/>
            <a:ext cx="22860" cy="64008"/>
          </a:xfrm>
          <a:prstGeom prst="rect">
            <a:avLst/>
          </a:prstGeom>
          <a:solidFill>
            <a:srgbClr val="B9A77F"/>
          </a:solidFill>
          <a:ln/>
        </p:spPr>
      </p:sp>
      <p:sp>
        <p:nvSpPr>
          <p:cNvPr id="76" name="Shape 74"/>
          <p:cNvSpPr/>
          <p:nvPr/>
        </p:nvSpPr>
        <p:spPr>
          <a:xfrm>
            <a:off x="11100816" y="6793992"/>
            <a:ext cx="22860" cy="64008"/>
          </a:xfrm>
          <a:prstGeom prst="rect">
            <a:avLst/>
          </a:prstGeom>
          <a:solidFill>
            <a:srgbClr val="B9A77F"/>
          </a:solidFill>
          <a:ln/>
        </p:spPr>
      </p:sp>
      <p:sp>
        <p:nvSpPr>
          <p:cNvPr id="77" name="Shape 75"/>
          <p:cNvSpPr/>
          <p:nvPr/>
        </p:nvSpPr>
        <p:spPr>
          <a:xfrm>
            <a:off x="11448288" y="6793992"/>
            <a:ext cx="22860" cy="64008"/>
          </a:xfrm>
          <a:prstGeom prst="rect">
            <a:avLst/>
          </a:prstGeom>
          <a:solidFill>
            <a:srgbClr val="B9A77F"/>
          </a:solidFill>
          <a:ln/>
        </p:spPr>
      </p:sp>
      <p:sp>
        <p:nvSpPr>
          <p:cNvPr id="78" name="Shape 76"/>
          <p:cNvSpPr/>
          <p:nvPr/>
        </p:nvSpPr>
        <p:spPr>
          <a:xfrm>
            <a:off x="11795760" y="6793992"/>
            <a:ext cx="22860" cy="64008"/>
          </a:xfrm>
          <a:prstGeom prst="rect">
            <a:avLst/>
          </a:prstGeom>
          <a:solidFill>
            <a:srgbClr val="B9A77F"/>
          </a:solidFill>
          <a:ln/>
        </p:spPr>
      </p:sp>
      <p:sp>
        <p:nvSpPr>
          <p:cNvPr id="79" name="Shape 77"/>
          <p:cNvSpPr/>
          <p:nvPr/>
        </p:nvSpPr>
        <p:spPr>
          <a:xfrm>
            <a:off x="12143232" y="6793992"/>
            <a:ext cx="22860" cy="64008"/>
          </a:xfrm>
          <a:prstGeom prst="rect">
            <a:avLst/>
          </a:prstGeom>
          <a:solidFill>
            <a:srgbClr val="B9A77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2026-10-07T15:13:10Z</dcterms:created>
  <dcterms:modified xsi:type="dcterms:W3CDTF">2026-10-07T15:13:10Z</dcterms:modified>
</cp:coreProperties>
</file>